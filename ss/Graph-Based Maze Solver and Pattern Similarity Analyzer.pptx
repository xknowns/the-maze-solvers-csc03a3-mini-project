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5" r:id="rId11"/>
    <p:sldId id="268" r:id="rId12"/>
    <p:sldId id="270" r:id="rId13"/>
  </p:sldIdLst>
  <p:sldSz cx="12192000" cy="6858000"/>
  <p:notesSz cx="6858000" cy="12192000"/>
  <p:embeddedFontLst>
    <p:embeddedFont>
      <p:font typeface="Liter" panose="020B0604020202020204" charset="0"/>
      <p:regular r:id="rId15"/>
    </p:embeddedFont>
    <p:embeddedFont>
      <p:font typeface="Quattrocento Sans" panose="020B0502050000020003" pitchFamily="3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2832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AC28B-4FC1-1B29-5D06-C756B2047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282DB-3F86-A970-6463-FCEF9C024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336A1-1D11-B8E3-F765-0DACAA3D1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4C60B-1DF0-1D4F-5A64-A0A810C355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44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9E3B6-B839-C574-D380-EDF9C3266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6C6BED-E741-E95A-2BEE-3C93C1421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716B7-7538-E909-98E4-D5278512F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E1DAB-4464-7771-CA82-B0642BE343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844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12240"/>
              </a:gs>
              <a:gs pos="70000">
                <a:srgbClr val="0A192F"/>
              </a:gs>
              <a:gs pos="100000">
                <a:srgbClr val="0A192F"/>
              </a:gs>
            </a:gsLst>
            <a:path path="circle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81792" y="995363"/>
            <a:ext cx="3829050" cy="428625"/>
          </a:xfrm>
          <a:prstGeom prst="roundRect">
            <a:avLst>
              <a:gd name="adj" fmla="val 50000"/>
            </a:avLst>
          </a:prstGeom>
          <a:solidFill>
            <a:srgbClr val="64FFDA">
              <a:alpha val="10196"/>
            </a:srgbClr>
          </a:solidFill>
          <a:ln w="12700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372292" y="1114425"/>
            <a:ext cx="34474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kern="0" spc="68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SCIENCE 3A MINI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935798" y="1962150"/>
            <a:ext cx="83248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Graph-Based Maze Solver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 Pattern Similarity Analyzer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0" y="3619500"/>
            <a:ext cx="1219200" cy="381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64831" y="3962400"/>
            <a:ext cx="346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University of Johannesburg • 2026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5763" y="5338763"/>
            <a:ext cx="5553075" cy="504825"/>
          </a:xfrm>
          <a:prstGeom prst="roundRect">
            <a:avLst>
              <a:gd name="adj" fmla="val 15094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5553" y="55054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09638" y="5457825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Dikgale Mmipe Branden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55699" y="5457825"/>
            <a:ext cx="87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224097183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53163" y="5338763"/>
            <a:ext cx="5553075" cy="504825"/>
          </a:xfrm>
          <a:prstGeom prst="roundRect">
            <a:avLst>
              <a:gd name="adj" fmla="val 15094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82953" y="55054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77038" y="5457825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Siyanda Brian Nkosi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848181" y="5457825"/>
            <a:ext cx="84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221123990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5967413"/>
            <a:ext cx="5553075" cy="504825"/>
          </a:xfrm>
          <a:prstGeom prst="roundRect">
            <a:avLst>
              <a:gd name="adj" fmla="val 15094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5553" y="61341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09638" y="6086475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Mathiba Mantji Sarah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90465" y="6086475"/>
            <a:ext cx="83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221022135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3163" y="5967413"/>
            <a:ext cx="5553075" cy="504825"/>
          </a:xfrm>
          <a:prstGeom prst="roundRect">
            <a:avLst>
              <a:gd name="adj" fmla="val 15094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82953" y="61341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77038" y="6086475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Siyabonga Gift Mzimela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827226" y="6086475"/>
            <a:ext cx="86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222224016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4350" y="571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547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5581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Navigation Challenges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262063"/>
            <a:ext cx="5591175" cy="5210175"/>
          </a:xfrm>
          <a:prstGeom prst="roundRect">
            <a:avLst>
              <a:gd name="adj" fmla="val 2194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E6F1FF"/>
                </a:solidFill>
                <a:latin typeface="Liter" pitchFamily="34" charset="0"/>
              </a:rPr>
              <a:t>Many real-world systems require efficient navigation through complex environments, which includes</a:t>
            </a:r>
          </a:p>
        </p:txBody>
      </p:sp>
      <p:sp>
        <p:nvSpPr>
          <p:cNvPr id="9" name="Shape 7"/>
          <p:cNvSpPr/>
          <p:nvPr/>
        </p:nvSpPr>
        <p:spPr>
          <a:xfrm>
            <a:off x="514350" y="1981200"/>
            <a:ext cx="2486025" cy="685800"/>
          </a:xfrm>
          <a:custGeom>
            <a:avLst/>
            <a:gdLst/>
            <a:ahLst/>
            <a:cxnLst/>
            <a:rect l="l" t="t" r="r" b="b"/>
            <a:pathLst>
              <a:path w="2486025" h="685800">
                <a:moveTo>
                  <a:pt x="38100" y="0"/>
                </a:moveTo>
                <a:lnTo>
                  <a:pt x="2409825" y="0"/>
                </a:lnTo>
                <a:cubicBezTo>
                  <a:pt x="2451881" y="0"/>
                  <a:pt x="2486025" y="34144"/>
                  <a:pt x="2486025" y="76200"/>
                </a:cubicBezTo>
                <a:lnTo>
                  <a:pt x="2486025" y="609600"/>
                </a:lnTo>
                <a:cubicBezTo>
                  <a:pt x="2486025" y="651656"/>
                  <a:pt x="2451881" y="685800"/>
                  <a:pt x="2409825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4350" y="19812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7700" y="21336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0955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Robotics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700" y="2362200"/>
            <a:ext cx="2305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navigation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4350" y="2785241"/>
            <a:ext cx="2486025" cy="685800"/>
          </a:xfrm>
          <a:custGeom>
            <a:avLst/>
            <a:gdLst/>
            <a:ahLst/>
            <a:cxnLst/>
            <a:rect l="l" t="t" r="r" b="b"/>
            <a:pathLst>
              <a:path w="2486025" h="685800">
                <a:moveTo>
                  <a:pt x="38100" y="0"/>
                </a:moveTo>
                <a:lnTo>
                  <a:pt x="2409825" y="0"/>
                </a:lnTo>
                <a:cubicBezTo>
                  <a:pt x="2451881" y="0"/>
                  <a:pt x="2486025" y="34144"/>
                  <a:pt x="2486025" y="76200"/>
                </a:cubicBezTo>
                <a:lnTo>
                  <a:pt x="2486025" y="609600"/>
                </a:lnTo>
                <a:cubicBezTo>
                  <a:pt x="2486025" y="651656"/>
                  <a:pt x="2451881" y="685800"/>
                  <a:pt x="2409825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4350" y="2785241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66750" y="29376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14288"/>
                </a:moveTo>
                <a:cubicBezTo>
                  <a:pt x="152400" y="10984"/>
                  <a:pt x="150703" y="7918"/>
                  <a:pt x="147876" y="6191"/>
                </a:cubicBezTo>
                <a:cubicBezTo>
                  <a:pt x="145048" y="4465"/>
                  <a:pt x="141565" y="4286"/>
                  <a:pt x="138619" y="5775"/>
                </a:cubicBezTo>
                <a:lnTo>
                  <a:pt x="104031" y="23068"/>
                </a:lnTo>
                <a:lnTo>
                  <a:pt x="50631" y="5239"/>
                </a:lnTo>
                <a:cubicBezTo>
                  <a:pt x="48220" y="4435"/>
                  <a:pt x="45631" y="4614"/>
                  <a:pt x="43369" y="5745"/>
                </a:cubicBezTo>
                <a:lnTo>
                  <a:pt x="5269" y="24795"/>
                </a:lnTo>
                <a:cubicBezTo>
                  <a:pt x="2024" y="26432"/>
                  <a:pt x="0" y="29736"/>
                  <a:pt x="0" y="33338"/>
                </a:cubicBezTo>
                <a:lnTo>
                  <a:pt x="0" y="138113"/>
                </a:lnTo>
                <a:cubicBezTo>
                  <a:pt x="0" y="141416"/>
                  <a:pt x="1697" y="144482"/>
                  <a:pt x="4524" y="146209"/>
                </a:cubicBezTo>
                <a:cubicBezTo>
                  <a:pt x="7352" y="147935"/>
                  <a:pt x="10835" y="148114"/>
                  <a:pt x="13781" y="146625"/>
                </a:cubicBezTo>
                <a:lnTo>
                  <a:pt x="48339" y="129332"/>
                </a:lnTo>
                <a:lnTo>
                  <a:pt x="101739" y="147131"/>
                </a:lnTo>
                <a:cubicBezTo>
                  <a:pt x="104150" y="147935"/>
                  <a:pt x="106740" y="147757"/>
                  <a:pt x="109002" y="146625"/>
                </a:cubicBezTo>
                <a:lnTo>
                  <a:pt x="147102" y="127575"/>
                </a:lnTo>
                <a:cubicBezTo>
                  <a:pt x="150316" y="125968"/>
                  <a:pt x="152370" y="122664"/>
                  <a:pt x="152370" y="119062"/>
                </a:cubicBezTo>
                <a:lnTo>
                  <a:pt x="152370" y="14287"/>
                </a:lnTo>
                <a:close/>
                <a:moveTo>
                  <a:pt x="57150" y="112187"/>
                </a:moveTo>
                <a:lnTo>
                  <a:pt x="57150" y="27503"/>
                </a:lnTo>
                <a:lnTo>
                  <a:pt x="95250" y="40213"/>
                </a:lnTo>
                <a:lnTo>
                  <a:pt x="95250" y="124897"/>
                </a:lnTo>
                <a:lnTo>
                  <a:pt x="57150" y="112187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2899541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Systems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7700" y="3166241"/>
            <a:ext cx="2305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 planning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09925" y="1966255"/>
            <a:ext cx="2486025" cy="685800"/>
          </a:xfrm>
          <a:custGeom>
            <a:avLst/>
            <a:gdLst/>
            <a:ahLst/>
            <a:cxnLst/>
            <a:rect l="l" t="t" r="r" b="b"/>
            <a:pathLst>
              <a:path w="2486025" h="685800">
                <a:moveTo>
                  <a:pt x="38100" y="0"/>
                </a:moveTo>
                <a:lnTo>
                  <a:pt x="2409825" y="0"/>
                </a:lnTo>
                <a:cubicBezTo>
                  <a:pt x="2451881" y="0"/>
                  <a:pt x="2486025" y="34144"/>
                  <a:pt x="2486025" y="76200"/>
                </a:cubicBezTo>
                <a:lnTo>
                  <a:pt x="2486025" y="609600"/>
                </a:lnTo>
                <a:cubicBezTo>
                  <a:pt x="2486025" y="651656"/>
                  <a:pt x="2451881" y="685800"/>
                  <a:pt x="2409825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9925" y="196625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362325" y="211865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0243" y="34945"/>
                </a:moveTo>
                <a:lnTo>
                  <a:pt x="32474" y="57150"/>
                </a:lnTo>
                <a:lnTo>
                  <a:pt x="119926" y="57150"/>
                </a:lnTo>
                <a:lnTo>
                  <a:pt x="112157" y="34945"/>
                </a:lnTo>
                <a:cubicBezTo>
                  <a:pt x="110817" y="31135"/>
                  <a:pt x="107216" y="28575"/>
                  <a:pt x="103168" y="28575"/>
                </a:cubicBezTo>
                <a:lnTo>
                  <a:pt x="49232" y="28575"/>
                </a:lnTo>
                <a:cubicBezTo>
                  <a:pt x="45184" y="28575"/>
                  <a:pt x="41583" y="31135"/>
                  <a:pt x="40243" y="34945"/>
                </a:cubicBezTo>
                <a:close/>
                <a:moveTo>
                  <a:pt x="11787" y="58579"/>
                </a:moveTo>
                <a:lnTo>
                  <a:pt x="22265" y="28664"/>
                </a:lnTo>
                <a:cubicBezTo>
                  <a:pt x="26283" y="17205"/>
                  <a:pt x="37088" y="9525"/>
                  <a:pt x="49232" y="9525"/>
                </a:cubicBezTo>
                <a:lnTo>
                  <a:pt x="103168" y="9525"/>
                </a:lnTo>
                <a:cubicBezTo>
                  <a:pt x="115312" y="9525"/>
                  <a:pt x="126117" y="17205"/>
                  <a:pt x="130135" y="28664"/>
                </a:cubicBezTo>
                <a:lnTo>
                  <a:pt x="140613" y="58579"/>
                </a:lnTo>
                <a:cubicBezTo>
                  <a:pt x="147518" y="61436"/>
                  <a:pt x="152400" y="68253"/>
                  <a:pt x="152400" y="762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33350" y="142875"/>
                </a:lnTo>
                <a:cubicBezTo>
                  <a:pt x="128081" y="142875"/>
                  <a:pt x="123825" y="138619"/>
                  <a:pt x="123825" y="133350"/>
                </a:cubicBezTo>
                <a:lnTo>
                  <a:pt x="123825" y="123825"/>
                </a:lnTo>
                <a:lnTo>
                  <a:pt x="28575" y="123825"/>
                </a:lnTo>
                <a:lnTo>
                  <a:pt x="28575" y="133350"/>
                </a:lnTo>
                <a:cubicBezTo>
                  <a:pt x="28575" y="138619"/>
                  <a:pt x="24319" y="142875"/>
                  <a:pt x="19050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76200"/>
                </a:lnTo>
                <a:cubicBezTo>
                  <a:pt x="0" y="68253"/>
                  <a:pt x="4882" y="61436"/>
                  <a:pt x="11787" y="58579"/>
                </a:cubicBezTo>
                <a:close/>
                <a:moveTo>
                  <a:pt x="38100" y="90488"/>
                </a:moveTo>
                <a:cubicBezTo>
                  <a:pt x="38100" y="85231"/>
                  <a:pt x="33832" y="80962"/>
                  <a:pt x="28575" y="80962"/>
                </a:cubicBezTo>
                <a:cubicBezTo>
                  <a:pt x="23318" y="80962"/>
                  <a:pt x="19050" y="85231"/>
                  <a:pt x="19050" y="90488"/>
                </a:cubicBezTo>
                <a:cubicBezTo>
                  <a:pt x="19050" y="95744"/>
                  <a:pt x="23318" y="100013"/>
                  <a:pt x="28575" y="100013"/>
                </a:cubicBezTo>
                <a:cubicBezTo>
                  <a:pt x="33832" y="100013"/>
                  <a:pt x="38100" y="95744"/>
                  <a:pt x="38100" y="90488"/>
                </a:cubicBezTo>
                <a:close/>
                <a:moveTo>
                  <a:pt x="123825" y="100013"/>
                </a:moveTo>
                <a:cubicBezTo>
                  <a:pt x="129082" y="100013"/>
                  <a:pt x="133350" y="95744"/>
                  <a:pt x="133350" y="90488"/>
                </a:cubicBezTo>
                <a:cubicBezTo>
                  <a:pt x="133350" y="85231"/>
                  <a:pt x="129082" y="80962"/>
                  <a:pt x="123825" y="80962"/>
                </a:cubicBezTo>
                <a:cubicBezTo>
                  <a:pt x="118568" y="80962"/>
                  <a:pt x="114300" y="85231"/>
                  <a:pt x="114300" y="90488"/>
                </a:cubicBezTo>
                <a:cubicBezTo>
                  <a:pt x="114300" y="95744"/>
                  <a:pt x="118568" y="100013"/>
                  <a:pt x="123825" y="100013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09975" y="2080555"/>
            <a:ext cx="66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Vehicles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43275" y="2347255"/>
            <a:ext cx="2305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Self-driving cars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09925" y="2804455"/>
            <a:ext cx="2486025" cy="685800"/>
          </a:xfrm>
          <a:custGeom>
            <a:avLst/>
            <a:gdLst/>
            <a:ahLst/>
            <a:cxnLst/>
            <a:rect l="l" t="t" r="r" b="b"/>
            <a:pathLst>
              <a:path w="2486025" h="685800">
                <a:moveTo>
                  <a:pt x="38100" y="0"/>
                </a:moveTo>
                <a:lnTo>
                  <a:pt x="2409825" y="0"/>
                </a:lnTo>
                <a:cubicBezTo>
                  <a:pt x="2451881" y="0"/>
                  <a:pt x="2486025" y="34144"/>
                  <a:pt x="2486025" y="76200"/>
                </a:cubicBezTo>
                <a:lnTo>
                  <a:pt x="2486025" y="609600"/>
                </a:lnTo>
                <a:cubicBezTo>
                  <a:pt x="2486025" y="651656"/>
                  <a:pt x="2451881" y="685800"/>
                  <a:pt x="2409825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9925" y="280445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352800" y="295685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38100" y="19050"/>
                </a:moveTo>
                <a:cubicBezTo>
                  <a:pt x="38100" y="8543"/>
                  <a:pt x="46643" y="0"/>
                  <a:pt x="57150" y="0"/>
                </a:cubicBezTo>
                <a:lnTo>
                  <a:pt x="114300" y="0"/>
                </a:lnTo>
                <a:cubicBezTo>
                  <a:pt x="124807" y="0"/>
                  <a:pt x="133350" y="8543"/>
                  <a:pt x="133350" y="19050"/>
                </a:cubicBezTo>
                <a:lnTo>
                  <a:pt x="133350" y="38100"/>
                </a:lnTo>
                <a:lnTo>
                  <a:pt x="152400" y="38100"/>
                </a:lnTo>
                <a:cubicBezTo>
                  <a:pt x="162907" y="38100"/>
                  <a:pt x="171450" y="46643"/>
                  <a:pt x="171450" y="57150"/>
                </a:cubicBezTo>
                <a:lnTo>
                  <a:pt x="171450" y="133350"/>
                </a:lnTo>
                <a:cubicBezTo>
                  <a:pt x="171450" y="143857"/>
                  <a:pt x="162907" y="152400"/>
                  <a:pt x="15240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57150"/>
                </a:lnTo>
                <a:cubicBezTo>
                  <a:pt x="0" y="46643"/>
                  <a:pt x="8543" y="38100"/>
                  <a:pt x="19050" y="38100"/>
                </a:cubicBezTo>
                <a:lnTo>
                  <a:pt x="38100" y="38100"/>
                </a:lnTo>
                <a:lnTo>
                  <a:pt x="38100" y="19050"/>
                </a:lnTo>
                <a:close/>
                <a:moveTo>
                  <a:pt x="80962" y="104775"/>
                </a:moveTo>
                <a:cubicBezTo>
                  <a:pt x="75694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100013" y="138113"/>
                </a:lnTo>
                <a:lnTo>
                  <a:pt x="100013" y="114300"/>
                </a:lnTo>
                <a:cubicBezTo>
                  <a:pt x="100013" y="109031"/>
                  <a:pt x="95756" y="104775"/>
                  <a:pt x="90488" y="104775"/>
                </a:cubicBezTo>
                <a:lnTo>
                  <a:pt x="80962" y="104775"/>
                </a:lnTo>
                <a:close/>
                <a:moveTo>
                  <a:pt x="38100" y="109537"/>
                </a:moveTo>
                <a:lnTo>
                  <a:pt x="38100" y="100013"/>
                </a:lnTo>
                <a:cubicBezTo>
                  <a:pt x="38100" y="97393"/>
                  <a:pt x="35957" y="95250"/>
                  <a:pt x="33338" y="95250"/>
                </a:cubicBezTo>
                <a:lnTo>
                  <a:pt x="23813" y="95250"/>
                </a:lnTo>
                <a:cubicBezTo>
                  <a:pt x="21193" y="95250"/>
                  <a:pt x="19050" y="97393"/>
                  <a:pt x="19050" y="100013"/>
                </a:cubicBezTo>
                <a:lnTo>
                  <a:pt x="19050" y="109537"/>
                </a:lnTo>
                <a:cubicBezTo>
                  <a:pt x="19050" y="112157"/>
                  <a:pt x="21193" y="114300"/>
                  <a:pt x="23813" y="114300"/>
                </a:cubicBezTo>
                <a:lnTo>
                  <a:pt x="33338" y="114300"/>
                </a:lnTo>
                <a:cubicBezTo>
                  <a:pt x="35957" y="114300"/>
                  <a:pt x="38100" y="112157"/>
                  <a:pt x="38100" y="109537"/>
                </a:cubicBezTo>
                <a:close/>
                <a:moveTo>
                  <a:pt x="33338" y="76200"/>
                </a:moveTo>
                <a:cubicBezTo>
                  <a:pt x="35957" y="76200"/>
                  <a:pt x="38100" y="74057"/>
                  <a:pt x="38100" y="71438"/>
                </a:cubicBezTo>
                <a:lnTo>
                  <a:pt x="38100" y="61912"/>
                </a:lnTo>
                <a:cubicBezTo>
                  <a:pt x="38100" y="59293"/>
                  <a:pt x="35957" y="57150"/>
                  <a:pt x="33338" y="57150"/>
                </a:cubicBezTo>
                <a:lnTo>
                  <a:pt x="23813" y="57150"/>
                </a:lnTo>
                <a:cubicBezTo>
                  <a:pt x="21193" y="57150"/>
                  <a:pt x="19050" y="59293"/>
                  <a:pt x="19050" y="61912"/>
                </a:cubicBezTo>
                <a:lnTo>
                  <a:pt x="19050" y="71438"/>
                </a:lnTo>
                <a:cubicBezTo>
                  <a:pt x="19050" y="74057"/>
                  <a:pt x="21193" y="76200"/>
                  <a:pt x="23813" y="76200"/>
                </a:cubicBezTo>
                <a:lnTo>
                  <a:pt x="33338" y="76200"/>
                </a:lnTo>
                <a:close/>
                <a:moveTo>
                  <a:pt x="152400" y="109537"/>
                </a:moveTo>
                <a:lnTo>
                  <a:pt x="152400" y="100013"/>
                </a:lnTo>
                <a:cubicBezTo>
                  <a:pt x="152400" y="97393"/>
                  <a:pt x="150257" y="95250"/>
                  <a:pt x="147638" y="95250"/>
                </a:cubicBezTo>
                <a:lnTo>
                  <a:pt x="138113" y="95250"/>
                </a:lnTo>
                <a:cubicBezTo>
                  <a:pt x="135493" y="95250"/>
                  <a:pt x="133350" y="97393"/>
                  <a:pt x="133350" y="100013"/>
                </a:cubicBezTo>
                <a:lnTo>
                  <a:pt x="133350" y="109537"/>
                </a:lnTo>
                <a:cubicBezTo>
                  <a:pt x="133350" y="112157"/>
                  <a:pt x="135493" y="114300"/>
                  <a:pt x="138113" y="114300"/>
                </a:cubicBezTo>
                <a:lnTo>
                  <a:pt x="147638" y="114300"/>
                </a:lnTo>
                <a:cubicBezTo>
                  <a:pt x="150257" y="114300"/>
                  <a:pt x="152400" y="112157"/>
                  <a:pt x="152400" y="109537"/>
                </a:cubicBezTo>
                <a:close/>
                <a:moveTo>
                  <a:pt x="147638" y="76200"/>
                </a:moveTo>
                <a:cubicBezTo>
                  <a:pt x="150257" y="76200"/>
                  <a:pt x="152400" y="74057"/>
                  <a:pt x="152400" y="71438"/>
                </a:cubicBezTo>
                <a:lnTo>
                  <a:pt x="152400" y="61912"/>
                </a:lnTo>
                <a:cubicBezTo>
                  <a:pt x="152400" y="59293"/>
                  <a:pt x="150257" y="57150"/>
                  <a:pt x="147638" y="57150"/>
                </a:cubicBezTo>
                <a:lnTo>
                  <a:pt x="138113" y="57150"/>
                </a:lnTo>
                <a:cubicBezTo>
                  <a:pt x="135493" y="57150"/>
                  <a:pt x="133350" y="59293"/>
                  <a:pt x="133350" y="61912"/>
                </a:cubicBezTo>
                <a:lnTo>
                  <a:pt x="133350" y="71438"/>
                </a:lnTo>
                <a:cubicBezTo>
                  <a:pt x="133350" y="74057"/>
                  <a:pt x="135493" y="76200"/>
                  <a:pt x="138113" y="76200"/>
                </a:cubicBezTo>
                <a:lnTo>
                  <a:pt x="147638" y="76200"/>
                </a:lnTo>
                <a:close/>
                <a:moveTo>
                  <a:pt x="78581" y="30956"/>
                </a:moveTo>
                <a:lnTo>
                  <a:pt x="78581" y="40481"/>
                </a:lnTo>
                <a:lnTo>
                  <a:pt x="69056" y="40481"/>
                </a:lnTo>
                <a:cubicBezTo>
                  <a:pt x="66437" y="40481"/>
                  <a:pt x="64294" y="42624"/>
                  <a:pt x="64294" y="45244"/>
                </a:cubicBezTo>
                <a:lnTo>
                  <a:pt x="64294" y="50006"/>
                </a:lnTo>
                <a:cubicBezTo>
                  <a:pt x="64294" y="52626"/>
                  <a:pt x="66437" y="54769"/>
                  <a:pt x="69056" y="54769"/>
                </a:cubicBezTo>
                <a:lnTo>
                  <a:pt x="78581" y="54769"/>
                </a:lnTo>
                <a:lnTo>
                  <a:pt x="78581" y="64294"/>
                </a:lnTo>
                <a:cubicBezTo>
                  <a:pt x="78581" y="66913"/>
                  <a:pt x="80724" y="69056"/>
                  <a:pt x="83344" y="69056"/>
                </a:cubicBezTo>
                <a:lnTo>
                  <a:pt x="88106" y="69056"/>
                </a:lnTo>
                <a:cubicBezTo>
                  <a:pt x="90726" y="69056"/>
                  <a:pt x="92869" y="66913"/>
                  <a:pt x="92869" y="64294"/>
                </a:cubicBezTo>
                <a:lnTo>
                  <a:pt x="92869" y="54769"/>
                </a:lnTo>
                <a:lnTo>
                  <a:pt x="102394" y="54769"/>
                </a:lnTo>
                <a:cubicBezTo>
                  <a:pt x="105013" y="54769"/>
                  <a:pt x="107156" y="52626"/>
                  <a:pt x="107156" y="50006"/>
                </a:cubicBezTo>
                <a:lnTo>
                  <a:pt x="107156" y="45244"/>
                </a:lnTo>
                <a:cubicBezTo>
                  <a:pt x="107156" y="42624"/>
                  <a:pt x="105013" y="40481"/>
                  <a:pt x="102394" y="40481"/>
                </a:cubicBezTo>
                <a:lnTo>
                  <a:pt x="92869" y="40481"/>
                </a:lnTo>
                <a:lnTo>
                  <a:pt x="92869" y="30956"/>
                </a:lnTo>
                <a:cubicBezTo>
                  <a:pt x="92869" y="28337"/>
                  <a:pt x="90726" y="26194"/>
                  <a:pt x="88106" y="26194"/>
                </a:cubicBezTo>
                <a:lnTo>
                  <a:pt x="83344" y="26194"/>
                </a:lnTo>
                <a:cubicBezTo>
                  <a:pt x="80724" y="26194"/>
                  <a:pt x="78581" y="28337"/>
                  <a:pt x="78581" y="30956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09975" y="2918755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Emergency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43275" y="3185455"/>
            <a:ext cx="2305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Evacuation systems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4350" y="3585341"/>
            <a:ext cx="5105400" cy="685800"/>
          </a:xfrm>
          <a:custGeom>
            <a:avLst/>
            <a:gdLst/>
            <a:ahLst/>
            <a:cxnLst/>
            <a:rect l="l" t="t" r="r" b="b"/>
            <a:pathLst>
              <a:path w="5105400" h="685800">
                <a:moveTo>
                  <a:pt x="38100" y="0"/>
                </a:moveTo>
                <a:lnTo>
                  <a:pt x="5029200" y="0"/>
                </a:lnTo>
                <a:cubicBezTo>
                  <a:pt x="5071256" y="0"/>
                  <a:pt x="5105400" y="34144"/>
                  <a:pt x="5105400" y="76200"/>
                </a:cubicBezTo>
                <a:lnTo>
                  <a:pt x="5105400" y="609600"/>
                </a:lnTo>
                <a:cubicBezTo>
                  <a:pt x="5105400" y="651656"/>
                  <a:pt x="5071256" y="685800"/>
                  <a:pt x="5029200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14350" y="3585341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57225" y="373774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14400" y="3699641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Routing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7700" y="3966341"/>
            <a:ext cx="492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path computation</a:t>
            </a:r>
            <a:endParaRPr lang="en-US" sz="1600" dirty="0"/>
          </a:p>
        </p:txBody>
      </p:sp>
      <p:pic>
        <p:nvPicPr>
          <p:cNvPr id="50" name="Maze Image"/>
          <p:cNvPicPr>
            <a:picLocks noChangeAspect="1"/>
          </p:cNvPicPr>
          <p:nvPr/>
        </p:nvPicPr>
        <p:blipFill>
          <a:blip r:embed="rId3"/>
          <a:srcRect l="14648" r="14648"/>
          <a:stretch>
            <a:fillRect/>
          </a:stretch>
        </p:blipFill>
        <p:spPr>
          <a:xfrm>
            <a:off x="6286500" y="1262063"/>
            <a:ext cx="5524500" cy="5210175"/>
          </a:xfrm>
          <a:prstGeom prst="roundRect">
            <a:avLst>
              <a:gd name="adj" fmla="val 2194"/>
            </a:avLst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9F684424-FEAB-8B6E-2391-A9A801BE34BD}"/>
              </a:ext>
            </a:extLst>
          </p:cNvPr>
          <p:cNvSpPr txBox="1"/>
          <p:nvPr/>
        </p:nvSpPr>
        <p:spPr>
          <a:xfrm>
            <a:off x="568544" y="4423541"/>
            <a:ext cx="5019674" cy="1625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E6F1FF"/>
                </a:solidFill>
                <a:latin typeface="Liter" pitchFamily="34" charset="0"/>
              </a:rPr>
              <a:t>Traditional image processing methods often struggle to model spatial relationships effectively.</a:t>
            </a:r>
          </a:p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E6F1FF"/>
                </a:solidFill>
                <a:latin typeface="Liter" pitchFamily="34" charset="0"/>
              </a:rPr>
              <a:t>Our project addresses this problem by using graph-based image analysis to:</a:t>
            </a:r>
          </a:p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E6F1FF"/>
                </a:solidFill>
                <a:latin typeface="Liter" pitchFamily="34" charset="0"/>
              </a:rPr>
              <a:t>        Solve navigation paths </a:t>
            </a:r>
          </a:p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E6F1FF"/>
                </a:solidFill>
                <a:latin typeface="Liter" pitchFamily="34" charset="0"/>
              </a:rPr>
              <a:t>        Analyze structural similarity between maze patterns</a:t>
            </a:r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A8C59BE1-6582-04B7-760F-33216FD3B099}"/>
              </a:ext>
            </a:extLst>
          </p:cNvPr>
          <p:cNvSpPr/>
          <p:nvPr/>
        </p:nvSpPr>
        <p:spPr>
          <a:xfrm>
            <a:off x="646058" y="551973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21">
            <a:extLst>
              <a:ext uri="{FF2B5EF4-FFF2-40B4-BE49-F238E27FC236}">
                <a16:creationId xmlns:a16="http://schemas.microsoft.com/office/drawing/2014/main" id="{A29AD1DC-23B4-D90B-DF75-71AF309D3A4B}"/>
              </a:ext>
            </a:extLst>
          </p:cNvPr>
          <p:cNvSpPr/>
          <p:nvPr/>
        </p:nvSpPr>
        <p:spPr>
          <a:xfrm>
            <a:off x="648357" y="57943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4350" y="571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417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427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Goals &amp; Deliverables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262064"/>
            <a:ext cx="3676650" cy="1058914"/>
          </a:xfrm>
          <a:prstGeom prst="roundRect">
            <a:avLst>
              <a:gd name="adj" fmla="val 4563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3399" y="1429160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Processing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2923" y="1674760"/>
            <a:ext cx="33623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 maze images into graph structures with dynamic node and edge generation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2498435"/>
            <a:ext cx="3676650" cy="1058914"/>
          </a:xfrm>
          <a:prstGeom prst="roundRect">
            <a:avLst>
              <a:gd name="adj" fmla="val 4563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7049" y="2567329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Pathfinding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7049" y="2889375"/>
            <a:ext cx="33623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Solve mazes using A* and Dijkstra's algorithms to find optimal paths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3866913"/>
            <a:ext cx="3676650" cy="1058914"/>
          </a:xfrm>
          <a:prstGeom prst="roundRect">
            <a:avLst>
              <a:gd name="adj" fmla="val 4563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7213" y="3998868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Similarity Detection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7213" y="4281251"/>
            <a:ext cx="33623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 structural similarity between different maze patterns using graph comparison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000" y="5160434"/>
            <a:ext cx="3676650" cy="1248676"/>
          </a:xfrm>
          <a:prstGeom prst="roundRect">
            <a:avLst>
              <a:gd name="adj" fmla="val 4563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9587" y="5272026"/>
            <a:ext cx="3381375" cy="415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9587" y="5479932"/>
            <a:ext cx="3362325" cy="846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Visualize graph traversal and shortest paths with interactive graphical representation</a:t>
            </a:r>
            <a:endParaRPr lang="en-US" sz="1600" dirty="0"/>
          </a:p>
        </p:txBody>
      </p:sp>
      <p:sp>
        <p:nvSpPr>
          <p:cNvPr id="62" name="Shape 4">
            <a:extLst>
              <a:ext uri="{FF2B5EF4-FFF2-40B4-BE49-F238E27FC236}">
                <a16:creationId xmlns:a16="http://schemas.microsoft.com/office/drawing/2014/main" id="{ECC8EBB7-6171-97A0-377C-0328518BAE11}"/>
              </a:ext>
            </a:extLst>
          </p:cNvPr>
          <p:cNvSpPr/>
          <p:nvPr/>
        </p:nvSpPr>
        <p:spPr>
          <a:xfrm>
            <a:off x="4824248" y="1262064"/>
            <a:ext cx="7147035" cy="5147046"/>
          </a:xfrm>
          <a:prstGeom prst="roundRect">
            <a:avLst>
              <a:gd name="adj" fmla="val 4563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674FD52D-ABF9-58D9-ED2F-51BF5BD1FB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31" r="12731"/>
          <a:stretch>
            <a:fillRect/>
          </a:stretch>
        </p:blipFill>
        <p:spPr>
          <a:xfrm>
            <a:off x="5229224" y="1562510"/>
            <a:ext cx="6575425" cy="456502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878" y="433410"/>
            <a:ext cx="452253" cy="452253"/>
          </a:xfrm>
          <a:prstGeom prst="roundRect">
            <a:avLst>
              <a:gd name="adj" fmla="val 16667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8785" y="565317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70665" y="23555"/>
                </a:moveTo>
                <a:cubicBezTo>
                  <a:pt x="70665" y="17040"/>
                  <a:pt x="75928" y="11777"/>
                  <a:pt x="82442" y="11777"/>
                </a:cubicBezTo>
                <a:lnTo>
                  <a:pt x="105997" y="11777"/>
                </a:lnTo>
                <a:cubicBezTo>
                  <a:pt x="112511" y="11777"/>
                  <a:pt x="117774" y="17040"/>
                  <a:pt x="117774" y="23555"/>
                </a:cubicBezTo>
                <a:lnTo>
                  <a:pt x="117774" y="47110"/>
                </a:lnTo>
                <a:cubicBezTo>
                  <a:pt x="117774" y="53624"/>
                  <a:pt x="112511" y="58887"/>
                  <a:pt x="105997" y="58887"/>
                </a:cubicBezTo>
                <a:lnTo>
                  <a:pt x="103053" y="58887"/>
                </a:lnTo>
                <a:lnTo>
                  <a:pt x="103053" y="82442"/>
                </a:lnTo>
                <a:lnTo>
                  <a:pt x="147218" y="82442"/>
                </a:lnTo>
                <a:cubicBezTo>
                  <a:pt x="161866" y="82442"/>
                  <a:pt x="173717" y="94293"/>
                  <a:pt x="173717" y="108941"/>
                </a:cubicBezTo>
                <a:lnTo>
                  <a:pt x="173717" y="129552"/>
                </a:lnTo>
                <a:lnTo>
                  <a:pt x="176662" y="129552"/>
                </a:lnTo>
                <a:cubicBezTo>
                  <a:pt x="183176" y="129552"/>
                  <a:pt x="188439" y="134815"/>
                  <a:pt x="188439" y="141329"/>
                </a:cubicBezTo>
                <a:lnTo>
                  <a:pt x="188439" y="164884"/>
                </a:lnTo>
                <a:cubicBezTo>
                  <a:pt x="188439" y="171398"/>
                  <a:pt x="183176" y="176662"/>
                  <a:pt x="176662" y="176662"/>
                </a:cubicBezTo>
                <a:lnTo>
                  <a:pt x="153107" y="176662"/>
                </a:lnTo>
                <a:cubicBezTo>
                  <a:pt x="146592" y="176662"/>
                  <a:pt x="141329" y="171398"/>
                  <a:pt x="141329" y="164884"/>
                </a:cubicBezTo>
                <a:lnTo>
                  <a:pt x="141329" y="141329"/>
                </a:lnTo>
                <a:cubicBezTo>
                  <a:pt x="141329" y="134815"/>
                  <a:pt x="146592" y="129552"/>
                  <a:pt x="153107" y="129552"/>
                </a:cubicBezTo>
                <a:lnTo>
                  <a:pt x="156051" y="129552"/>
                </a:lnTo>
                <a:lnTo>
                  <a:pt x="156051" y="108941"/>
                </a:lnTo>
                <a:cubicBezTo>
                  <a:pt x="156051" y="104046"/>
                  <a:pt x="152113" y="100108"/>
                  <a:pt x="147218" y="100108"/>
                </a:cubicBezTo>
                <a:lnTo>
                  <a:pt x="103053" y="100108"/>
                </a:lnTo>
                <a:lnTo>
                  <a:pt x="103053" y="129552"/>
                </a:lnTo>
                <a:lnTo>
                  <a:pt x="105997" y="129552"/>
                </a:lnTo>
                <a:cubicBezTo>
                  <a:pt x="112511" y="129552"/>
                  <a:pt x="117774" y="134815"/>
                  <a:pt x="117774" y="141329"/>
                </a:cubicBezTo>
                <a:lnTo>
                  <a:pt x="117774" y="164884"/>
                </a:lnTo>
                <a:cubicBezTo>
                  <a:pt x="117774" y="171398"/>
                  <a:pt x="112511" y="176662"/>
                  <a:pt x="105997" y="176662"/>
                </a:cubicBezTo>
                <a:lnTo>
                  <a:pt x="82442" y="176662"/>
                </a:lnTo>
                <a:cubicBezTo>
                  <a:pt x="75928" y="176662"/>
                  <a:pt x="70665" y="171398"/>
                  <a:pt x="70665" y="164884"/>
                </a:cubicBezTo>
                <a:lnTo>
                  <a:pt x="70665" y="141329"/>
                </a:lnTo>
                <a:cubicBezTo>
                  <a:pt x="70665" y="134815"/>
                  <a:pt x="75928" y="129552"/>
                  <a:pt x="82442" y="129552"/>
                </a:cubicBezTo>
                <a:lnTo>
                  <a:pt x="85386" y="129552"/>
                </a:lnTo>
                <a:lnTo>
                  <a:pt x="85386" y="100108"/>
                </a:lnTo>
                <a:lnTo>
                  <a:pt x="41221" y="100108"/>
                </a:lnTo>
                <a:cubicBezTo>
                  <a:pt x="36326" y="100108"/>
                  <a:pt x="32388" y="104046"/>
                  <a:pt x="32388" y="108941"/>
                </a:cubicBezTo>
                <a:lnTo>
                  <a:pt x="32388" y="129552"/>
                </a:lnTo>
                <a:lnTo>
                  <a:pt x="35332" y="129552"/>
                </a:lnTo>
                <a:cubicBezTo>
                  <a:pt x="41847" y="129552"/>
                  <a:pt x="47110" y="134815"/>
                  <a:pt x="47110" y="141329"/>
                </a:cubicBezTo>
                <a:lnTo>
                  <a:pt x="47110" y="164884"/>
                </a:lnTo>
                <a:cubicBezTo>
                  <a:pt x="47110" y="171398"/>
                  <a:pt x="41847" y="176662"/>
                  <a:pt x="35332" y="176662"/>
                </a:cubicBezTo>
                <a:lnTo>
                  <a:pt x="11777" y="176662"/>
                </a:lnTo>
                <a:cubicBezTo>
                  <a:pt x="5263" y="176662"/>
                  <a:pt x="0" y="171398"/>
                  <a:pt x="0" y="164884"/>
                </a:cubicBezTo>
                <a:lnTo>
                  <a:pt x="0" y="141329"/>
                </a:lnTo>
                <a:cubicBezTo>
                  <a:pt x="0" y="134815"/>
                  <a:pt x="5263" y="129552"/>
                  <a:pt x="11777" y="129552"/>
                </a:cubicBezTo>
                <a:lnTo>
                  <a:pt x="14722" y="129552"/>
                </a:lnTo>
                <a:lnTo>
                  <a:pt x="14722" y="108941"/>
                </a:lnTo>
                <a:cubicBezTo>
                  <a:pt x="14722" y="94293"/>
                  <a:pt x="26573" y="82442"/>
                  <a:pt x="41221" y="82442"/>
                </a:cubicBezTo>
                <a:lnTo>
                  <a:pt x="85386" y="82442"/>
                </a:lnTo>
                <a:lnTo>
                  <a:pt x="85386" y="58887"/>
                </a:lnTo>
                <a:lnTo>
                  <a:pt x="82442" y="58887"/>
                </a:lnTo>
                <a:cubicBezTo>
                  <a:pt x="75928" y="58887"/>
                  <a:pt x="70665" y="53624"/>
                  <a:pt x="70665" y="47110"/>
                </a:cubicBezTo>
                <a:lnTo>
                  <a:pt x="70665" y="23555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42195" y="376878"/>
            <a:ext cx="3947796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kern="0" spc="52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2195" y="565317"/>
            <a:ext cx="4051437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1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&amp; Workflow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589" y="1210720"/>
            <a:ext cx="5596637" cy="5643747"/>
          </a:xfrm>
          <a:prstGeom prst="roundRect">
            <a:avLst>
              <a:gd name="adj" fmla="val 2020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4739" y="1403870"/>
            <a:ext cx="376878" cy="376878"/>
          </a:xfrm>
          <a:prstGeom prst="roundRect">
            <a:avLst>
              <a:gd name="adj" fmla="val 2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0736" y="1507512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169595" y="31799"/>
                </a:moveTo>
                <a:cubicBezTo>
                  <a:pt x="169595" y="48427"/>
                  <a:pt x="150019" y="73237"/>
                  <a:pt x="141572" y="83141"/>
                </a:cubicBezTo>
                <a:cubicBezTo>
                  <a:pt x="140313" y="84599"/>
                  <a:pt x="138458" y="85162"/>
                  <a:pt x="136769" y="84798"/>
                </a:cubicBezTo>
                <a:lnTo>
                  <a:pt x="105997" y="84798"/>
                </a:lnTo>
                <a:cubicBezTo>
                  <a:pt x="100134" y="84798"/>
                  <a:pt x="95397" y="89534"/>
                  <a:pt x="95397" y="95397"/>
                </a:cubicBezTo>
                <a:cubicBezTo>
                  <a:pt x="95397" y="101260"/>
                  <a:pt x="100134" y="105997"/>
                  <a:pt x="105997" y="105997"/>
                </a:cubicBezTo>
                <a:lnTo>
                  <a:pt x="137796" y="105997"/>
                </a:lnTo>
                <a:cubicBezTo>
                  <a:pt x="155352" y="105997"/>
                  <a:pt x="169595" y="120240"/>
                  <a:pt x="169595" y="137796"/>
                </a:cubicBezTo>
                <a:cubicBezTo>
                  <a:pt x="169595" y="155352"/>
                  <a:pt x="155352" y="169595"/>
                  <a:pt x="137796" y="169595"/>
                </a:cubicBezTo>
                <a:lnTo>
                  <a:pt x="46241" y="169595"/>
                </a:lnTo>
                <a:cubicBezTo>
                  <a:pt x="49123" y="166316"/>
                  <a:pt x="52634" y="162109"/>
                  <a:pt x="56178" y="157405"/>
                </a:cubicBezTo>
                <a:cubicBezTo>
                  <a:pt x="58265" y="154623"/>
                  <a:pt x="60418" y="151576"/>
                  <a:pt x="62472" y="148396"/>
                </a:cubicBezTo>
                <a:lnTo>
                  <a:pt x="137796" y="148396"/>
                </a:lnTo>
                <a:cubicBezTo>
                  <a:pt x="143659" y="148396"/>
                  <a:pt x="148396" y="143659"/>
                  <a:pt x="148396" y="137796"/>
                </a:cubicBezTo>
                <a:cubicBezTo>
                  <a:pt x="148396" y="131933"/>
                  <a:pt x="143659" y="127196"/>
                  <a:pt x="137796" y="127196"/>
                </a:cubicBezTo>
                <a:lnTo>
                  <a:pt x="105997" y="127196"/>
                </a:lnTo>
                <a:cubicBezTo>
                  <a:pt x="88441" y="127196"/>
                  <a:pt x="74198" y="112953"/>
                  <a:pt x="74198" y="95397"/>
                </a:cubicBezTo>
                <a:cubicBezTo>
                  <a:pt x="74198" y="77841"/>
                  <a:pt x="88441" y="63598"/>
                  <a:pt x="105997" y="63598"/>
                </a:cubicBezTo>
                <a:lnTo>
                  <a:pt x="119180" y="63598"/>
                </a:lnTo>
                <a:cubicBezTo>
                  <a:pt x="112224" y="53164"/>
                  <a:pt x="105997" y="41173"/>
                  <a:pt x="105997" y="31799"/>
                </a:cubicBezTo>
                <a:cubicBezTo>
                  <a:pt x="105997" y="14243"/>
                  <a:pt x="120240" y="0"/>
                  <a:pt x="137796" y="0"/>
                </a:cubicBezTo>
                <a:cubicBezTo>
                  <a:pt x="155352" y="0"/>
                  <a:pt x="169595" y="14243"/>
                  <a:pt x="169595" y="31799"/>
                </a:cubicBezTo>
                <a:close/>
                <a:moveTo>
                  <a:pt x="38788" y="162010"/>
                </a:moveTo>
                <a:cubicBezTo>
                  <a:pt x="37530" y="163434"/>
                  <a:pt x="36403" y="164693"/>
                  <a:pt x="35443" y="165753"/>
                </a:cubicBezTo>
                <a:lnTo>
                  <a:pt x="34846" y="166415"/>
                </a:lnTo>
                <a:lnTo>
                  <a:pt x="34780" y="166349"/>
                </a:lnTo>
                <a:cubicBezTo>
                  <a:pt x="32793" y="167873"/>
                  <a:pt x="29944" y="167674"/>
                  <a:pt x="28155" y="165753"/>
                </a:cubicBezTo>
                <a:cubicBezTo>
                  <a:pt x="19808" y="156677"/>
                  <a:pt x="0" y="133324"/>
                  <a:pt x="0" y="116597"/>
                </a:cubicBezTo>
                <a:cubicBezTo>
                  <a:pt x="0" y="99041"/>
                  <a:pt x="14243" y="84798"/>
                  <a:pt x="31799" y="84798"/>
                </a:cubicBezTo>
                <a:cubicBezTo>
                  <a:pt x="49355" y="84798"/>
                  <a:pt x="63598" y="99041"/>
                  <a:pt x="63598" y="116597"/>
                </a:cubicBezTo>
                <a:cubicBezTo>
                  <a:pt x="63598" y="126534"/>
                  <a:pt x="56609" y="138790"/>
                  <a:pt x="49189" y="149025"/>
                </a:cubicBezTo>
                <a:cubicBezTo>
                  <a:pt x="45645" y="153894"/>
                  <a:pt x="42001" y="158300"/>
                  <a:pt x="38987" y="161778"/>
                </a:cubicBezTo>
                <a:lnTo>
                  <a:pt x="38788" y="162010"/>
                </a:lnTo>
                <a:close/>
                <a:moveTo>
                  <a:pt x="42399" y="116597"/>
                </a:moveTo>
                <a:cubicBezTo>
                  <a:pt x="42399" y="110746"/>
                  <a:pt x="37649" y="105997"/>
                  <a:pt x="31799" y="105997"/>
                </a:cubicBezTo>
                <a:cubicBezTo>
                  <a:pt x="25949" y="105997"/>
                  <a:pt x="21199" y="110746"/>
                  <a:pt x="21199" y="116597"/>
                </a:cubicBezTo>
                <a:cubicBezTo>
                  <a:pt x="21199" y="122447"/>
                  <a:pt x="25949" y="127196"/>
                  <a:pt x="31799" y="127196"/>
                </a:cubicBezTo>
                <a:cubicBezTo>
                  <a:pt x="37649" y="127196"/>
                  <a:pt x="42399" y="122447"/>
                  <a:pt x="42399" y="116597"/>
                </a:cubicBezTo>
                <a:close/>
                <a:moveTo>
                  <a:pt x="137796" y="42399"/>
                </a:moveTo>
                <a:cubicBezTo>
                  <a:pt x="143646" y="42399"/>
                  <a:pt x="148396" y="37649"/>
                  <a:pt x="148396" y="31799"/>
                </a:cubicBezTo>
                <a:cubicBezTo>
                  <a:pt x="148396" y="25949"/>
                  <a:pt x="143646" y="21199"/>
                  <a:pt x="137796" y="21199"/>
                </a:cubicBezTo>
                <a:cubicBezTo>
                  <a:pt x="131946" y="21199"/>
                  <a:pt x="127196" y="25949"/>
                  <a:pt x="127196" y="31799"/>
                </a:cubicBezTo>
                <a:cubicBezTo>
                  <a:pt x="127196" y="37649"/>
                  <a:pt x="131946" y="42399"/>
                  <a:pt x="137796" y="42399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4680" y="1441558"/>
            <a:ext cx="2412019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Maze Solving Process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9450" y="2529793"/>
            <a:ext cx="367456" cy="367456"/>
          </a:xfrm>
          <a:prstGeom prst="roundRect">
            <a:avLst>
              <a:gd name="adj" fmla="val 20513"/>
            </a:avLst>
          </a:prstGeom>
          <a:solidFill>
            <a:srgbClr val="0A192F"/>
          </a:solidFill>
          <a:ln w="12700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6953" y="2600457"/>
            <a:ext cx="131907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83524" y="2393175"/>
            <a:ext cx="4701552" cy="640692"/>
          </a:xfrm>
          <a:custGeom>
            <a:avLst/>
            <a:gdLst/>
            <a:ahLst/>
            <a:cxnLst/>
            <a:rect l="l" t="t" r="r" b="b"/>
            <a:pathLst>
              <a:path w="4701552" h="640692">
                <a:moveTo>
                  <a:pt x="37719" y="0"/>
                </a:moveTo>
                <a:lnTo>
                  <a:pt x="4626229" y="0"/>
                </a:lnTo>
                <a:cubicBezTo>
                  <a:pt x="4667843" y="70"/>
                  <a:pt x="4701540" y="33824"/>
                  <a:pt x="4701540" y="75438"/>
                </a:cubicBezTo>
                <a:lnTo>
                  <a:pt x="4701540" y="565277"/>
                </a:lnTo>
                <a:cubicBezTo>
                  <a:pt x="4701540" y="606891"/>
                  <a:pt x="4667843" y="640645"/>
                  <a:pt x="4626229" y="640715"/>
                </a:cubicBez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83524" y="2393175"/>
            <a:ext cx="37688" cy="640692"/>
          </a:xfrm>
          <a:custGeom>
            <a:avLst/>
            <a:gdLst/>
            <a:ahLst/>
            <a:cxnLst/>
            <a:rect l="l" t="t" r="r" b="b"/>
            <a:pathLst>
              <a:path w="37688" h="640692">
                <a:moveTo>
                  <a:pt x="37719" y="0"/>
                </a:moveTo>
                <a:lnTo>
                  <a:pt x="37719" y="0"/>
                </a:lnTo>
                <a:lnTo>
                  <a:pt x="37719" y="640715"/>
                </a:ln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15431" y="2506238"/>
            <a:ext cx="4531957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Maze Image Upload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5431" y="2732365"/>
            <a:ext cx="452253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uploads maze image to application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09714" y="3146930"/>
            <a:ext cx="141329" cy="188439"/>
          </a:xfrm>
          <a:custGeom>
            <a:avLst/>
            <a:gdLst/>
            <a:ahLst/>
            <a:cxnLst/>
            <a:rect l="l" t="t" r="r" b="b"/>
            <a:pathLst>
              <a:path w="141329" h="188439">
                <a:moveTo>
                  <a:pt x="62347" y="184979"/>
                </a:moveTo>
                <a:cubicBezTo>
                  <a:pt x="66947" y="189580"/>
                  <a:pt x="74419" y="189580"/>
                  <a:pt x="79019" y="184979"/>
                </a:cubicBezTo>
                <a:lnTo>
                  <a:pt x="137906" y="126092"/>
                </a:lnTo>
                <a:cubicBezTo>
                  <a:pt x="142507" y="121492"/>
                  <a:pt x="142507" y="114020"/>
                  <a:pt x="137906" y="109420"/>
                </a:cubicBezTo>
                <a:cubicBezTo>
                  <a:pt x="133306" y="104819"/>
                  <a:pt x="125835" y="104819"/>
                  <a:pt x="121234" y="109420"/>
                </a:cubicBezTo>
                <a:lnTo>
                  <a:pt x="82442" y="148212"/>
                </a:lnTo>
                <a:lnTo>
                  <a:pt x="82442" y="11777"/>
                </a:lnTo>
                <a:cubicBezTo>
                  <a:pt x="82442" y="5263"/>
                  <a:pt x="77179" y="0"/>
                  <a:pt x="70665" y="0"/>
                </a:cubicBezTo>
                <a:cubicBezTo>
                  <a:pt x="64150" y="0"/>
                  <a:pt x="58887" y="5263"/>
                  <a:pt x="58887" y="11777"/>
                </a:cubicBezTo>
                <a:lnTo>
                  <a:pt x="58887" y="148212"/>
                </a:lnTo>
                <a:lnTo>
                  <a:pt x="20095" y="109420"/>
                </a:lnTo>
                <a:cubicBezTo>
                  <a:pt x="15495" y="104819"/>
                  <a:pt x="8023" y="104819"/>
                  <a:pt x="3423" y="109420"/>
                </a:cubicBezTo>
                <a:cubicBezTo>
                  <a:pt x="-1178" y="114020"/>
                  <a:pt x="-1178" y="121492"/>
                  <a:pt x="3423" y="126092"/>
                </a:cubicBezTo>
                <a:lnTo>
                  <a:pt x="62310" y="184979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9450" y="3585051"/>
            <a:ext cx="367456" cy="367456"/>
          </a:xfrm>
          <a:prstGeom prst="roundRect">
            <a:avLst>
              <a:gd name="adj" fmla="val 20513"/>
            </a:avLst>
          </a:prstGeom>
          <a:solidFill>
            <a:srgbClr val="0A192F"/>
          </a:solidFill>
          <a:ln w="12700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2349" y="3655716"/>
            <a:ext cx="160173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83524" y="3448433"/>
            <a:ext cx="4701552" cy="640692"/>
          </a:xfrm>
          <a:custGeom>
            <a:avLst/>
            <a:gdLst/>
            <a:ahLst/>
            <a:cxnLst/>
            <a:rect l="l" t="t" r="r" b="b"/>
            <a:pathLst>
              <a:path w="4701552" h="640692">
                <a:moveTo>
                  <a:pt x="37719" y="0"/>
                </a:moveTo>
                <a:lnTo>
                  <a:pt x="4626229" y="0"/>
                </a:lnTo>
                <a:cubicBezTo>
                  <a:pt x="4667843" y="70"/>
                  <a:pt x="4701540" y="33824"/>
                  <a:pt x="4701540" y="75438"/>
                </a:cubicBezTo>
                <a:lnTo>
                  <a:pt x="4701540" y="565277"/>
                </a:lnTo>
                <a:cubicBezTo>
                  <a:pt x="4701540" y="606891"/>
                  <a:pt x="4667843" y="640645"/>
                  <a:pt x="4626229" y="640715"/>
                </a:cubicBez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83524" y="3448433"/>
            <a:ext cx="37688" cy="640692"/>
          </a:xfrm>
          <a:custGeom>
            <a:avLst/>
            <a:gdLst/>
            <a:ahLst/>
            <a:cxnLst/>
            <a:rect l="l" t="t" r="r" b="b"/>
            <a:pathLst>
              <a:path w="37688" h="640692">
                <a:moveTo>
                  <a:pt x="37719" y="0"/>
                </a:moveTo>
                <a:lnTo>
                  <a:pt x="37719" y="0"/>
                </a:lnTo>
                <a:lnTo>
                  <a:pt x="37719" y="640715"/>
                </a:ln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15431" y="3561496"/>
            <a:ext cx="4531957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Processing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5431" y="3787623"/>
            <a:ext cx="452253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 image to binary representation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109714" y="4202189"/>
            <a:ext cx="141329" cy="188439"/>
          </a:xfrm>
          <a:custGeom>
            <a:avLst/>
            <a:gdLst/>
            <a:ahLst/>
            <a:cxnLst/>
            <a:rect l="l" t="t" r="r" b="b"/>
            <a:pathLst>
              <a:path w="141329" h="188439">
                <a:moveTo>
                  <a:pt x="62347" y="184979"/>
                </a:moveTo>
                <a:cubicBezTo>
                  <a:pt x="66947" y="189580"/>
                  <a:pt x="74419" y="189580"/>
                  <a:pt x="79019" y="184979"/>
                </a:cubicBezTo>
                <a:lnTo>
                  <a:pt x="137906" y="126092"/>
                </a:lnTo>
                <a:cubicBezTo>
                  <a:pt x="142507" y="121492"/>
                  <a:pt x="142507" y="114020"/>
                  <a:pt x="137906" y="109420"/>
                </a:cubicBezTo>
                <a:cubicBezTo>
                  <a:pt x="133306" y="104819"/>
                  <a:pt x="125835" y="104819"/>
                  <a:pt x="121234" y="109420"/>
                </a:cubicBezTo>
                <a:lnTo>
                  <a:pt x="82442" y="148212"/>
                </a:lnTo>
                <a:lnTo>
                  <a:pt x="82442" y="11777"/>
                </a:lnTo>
                <a:cubicBezTo>
                  <a:pt x="82442" y="5263"/>
                  <a:pt x="77179" y="0"/>
                  <a:pt x="70665" y="0"/>
                </a:cubicBezTo>
                <a:cubicBezTo>
                  <a:pt x="64150" y="0"/>
                  <a:pt x="58887" y="5263"/>
                  <a:pt x="58887" y="11777"/>
                </a:cubicBezTo>
                <a:lnTo>
                  <a:pt x="58887" y="148212"/>
                </a:lnTo>
                <a:lnTo>
                  <a:pt x="20095" y="109420"/>
                </a:lnTo>
                <a:cubicBezTo>
                  <a:pt x="15495" y="104819"/>
                  <a:pt x="8023" y="104819"/>
                  <a:pt x="3423" y="109420"/>
                </a:cubicBezTo>
                <a:cubicBezTo>
                  <a:pt x="-1178" y="114020"/>
                  <a:pt x="-1178" y="121492"/>
                  <a:pt x="3423" y="126092"/>
                </a:cubicBezTo>
                <a:lnTo>
                  <a:pt x="62310" y="184979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9450" y="4640309"/>
            <a:ext cx="367456" cy="367456"/>
          </a:xfrm>
          <a:prstGeom prst="roundRect">
            <a:avLst>
              <a:gd name="adj" fmla="val 20513"/>
            </a:avLst>
          </a:prstGeom>
          <a:solidFill>
            <a:srgbClr val="0A192F"/>
          </a:solidFill>
          <a:ln w="12700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20465" y="4710974"/>
            <a:ext cx="160173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83524" y="4503691"/>
            <a:ext cx="4701552" cy="640692"/>
          </a:xfrm>
          <a:custGeom>
            <a:avLst/>
            <a:gdLst/>
            <a:ahLst/>
            <a:cxnLst/>
            <a:rect l="l" t="t" r="r" b="b"/>
            <a:pathLst>
              <a:path w="4701552" h="640692">
                <a:moveTo>
                  <a:pt x="37719" y="0"/>
                </a:moveTo>
                <a:lnTo>
                  <a:pt x="4626229" y="0"/>
                </a:lnTo>
                <a:cubicBezTo>
                  <a:pt x="4667843" y="70"/>
                  <a:pt x="4701540" y="33824"/>
                  <a:pt x="4701540" y="75438"/>
                </a:cubicBezTo>
                <a:lnTo>
                  <a:pt x="4701540" y="565277"/>
                </a:lnTo>
                <a:cubicBezTo>
                  <a:pt x="4701540" y="606891"/>
                  <a:pt x="4667843" y="640645"/>
                  <a:pt x="4626229" y="640715"/>
                </a:cubicBez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83524" y="4503691"/>
            <a:ext cx="37688" cy="640692"/>
          </a:xfrm>
          <a:custGeom>
            <a:avLst/>
            <a:gdLst/>
            <a:ahLst/>
            <a:cxnLst/>
            <a:rect l="l" t="t" r="r" b="b"/>
            <a:pathLst>
              <a:path w="37688" h="640692">
                <a:moveTo>
                  <a:pt x="37719" y="0"/>
                </a:moveTo>
                <a:lnTo>
                  <a:pt x="37719" y="0"/>
                </a:lnTo>
                <a:lnTo>
                  <a:pt x="37719" y="640715"/>
                </a:ln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15431" y="4616754"/>
            <a:ext cx="4531957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 Construction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15431" y="4842881"/>
            <a:ext cx="452253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nodes and edges from paths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109714" y="5257447"/>
            <a:ext cx="141329" cy="188439"/>
          </a:xfrm>
          <a:custGeom>
            <a:avLst/>
            <a:gdLst/>
            <a:ahLst/>
            <a:cxnLst/>
            <a:rect l="l" t="t" r="r" b="b"/>
            <a:pathLst>
              <a:path w="141329" h="188439">
                <a:moveTo>
                  <a:pt x="62347" y="184979"/>
                </a:moveTo>
                <a:cubicBezTo>
                  <a:pt x="66947" y="189580"/>
                  <a:pt x="74419" y="189580"/>
                  <a:pt x="79019" y="184979"/>
                </a:cubicBezTo>
                <a:lnTo>
                  <a:pt x="137906" y="126092"/>
                </a:lnTo>
                <a:cubicBezTo>
                  <a:pt x="142507" y="121492"/>
                  <a:pt x="142507" y="114020"/>
                  <a:pt x="137906" y="109420"/>
                </a:cubicBezTo>
                <a:cubicBezTo>
                  <a:pt x="133306" y="104819"/>
                  <a:pt x="125835" y="104819"/>
                  <a:pt x="121234" y="109420"/>
                </a:cubicBezTo>
                <a:lnTo>
                  <a:pt x="82442" y="148212"/>
                </a:lnTo>
                <a:lnTo>
                  <a:pt x="82442" y="11777"/>
                </a:lnTo>
                <a:cubicBezTo>
                  <a:pt x="82442" y="5263"/>
                  <a:pt x="77179" y="0"/>
                  <a:pt x="70665" y="0"/>
                </a:cubicBezTo>
                <a:cubicBezTo>
                  <a:pt x="64150" y="0"/>
                  <a:pt x="58887" y="5263"/>
                  <a:pt x="58887" y="11777"/>
                </a:cubicBezTo>
                <a:lnTo>
                  <a:pt x="58887" y="148212"/>
                </a:lnTo>
                <a:lnTo>
                  <a:pt x="20095" y="109420"/>
                </a:lnTo>
                <a:cubicBezTo>
                  <a:pt x="15495" y="104819"/>
                  <a:pt x="8023" y="104819"/>
                  <a:pt x="3423" y="109420"/>
                </a:cubicBezTo>
                <a:cubicBezTo>
                  <a:pt x="-1178" y="114020"/>
                  <a:pt x="-1178" y="121492"/>
                  <a:pt x="3423" y="126092"/>
                </a:cubicBezTo>
                <a:lnTo>
                  <a:pt x="62310" y="184979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79450" y="5695567"/>
            <a:ext cx="367456" cy="367456"/>
          </a:xfrm>
          <a:prstGeom prst="roundRect">
            <a:avLst>
              <a:gd name="adj" fmla="val 20513"/>
            </a:avLst>
          </a:prstGeom>
          <a:solidFill>
            <a:srgbClr val="0A192F"/>
          </a:solidFill>
          <a:ln w="12700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22506" y="5766232"/>
            <a:ext cx="160173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83524" y="5558949"/>
            <a:ext cx="4701552" cy="640692"/>
          </a:xfrm>
          <a:custGeom>
            <a:avLst/>
            <a:gdLst/>
            <a:ahLst/>
            <a:cxnLst/>
            <a:rect l="l" t="t" r="r" b="b"/>
            <a:pathLst>
              <a:path w="4701552" h="640692">
                <a:moveTo>
                  <a:pt x="37719" y="0"/>
                </a:moveTo>
                <a:lnTo>
                  <a:pt x="4626229" y="0"/>
                </a:lnTo>
                <a:cubicBezTo>
                  <a:pt x="4667843" y="70"/>
                  <a:pt x="4701540" y="33824"/>
                  <a:pt x="4701540" y="75438"/>
                </a:cubicBezTo>
                <a:lnTo>
                  <a:pt x="4701540" y="565277"/>
                </a:lnTo>
                <a:cubicBezTo>
                  <a:pt x="4701540" y="606891"/>
                  <a:pt x="4667843" y="640645"/>
                  <a:pt x="4626229" y="640715"/>
                </a:cubicBez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83524" y="5558949"/>
            <a:ext cx="37688" cy="640692"/>
          </a:xfrm>
          <a:custGeom>
            <a:avLst/>
            <a:gdLst/>
            <a:ahLst/>
            <a:cxnLst/>
            <a:rect l="l" t="t" r="r" b="b"/>
            <a:pathLst>
              <a:path w="37688" h="640692">
                <a:moveTo>
                  <a:pt x="37719" y="0"/>
                </a:moveTo>
                <a:lnTo>
                  <a:pt x="37719" y="0"/>
                </a:lnTo>
                <a:lnTo>
                  <a:pt x="37719" y="640715"/>
                </a:ln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215431" y="5672012"/>
            <a:ext cx="4531957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A* / Dijkstra Algorithm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15431" y="5898139"/>
            <a:ext cx="452253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shortest path solution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4874" y="1210720"/>
            <a:ext cx="5596637" cy="4720396"/>
          </a:xfrm>
          <a:prstGeom prst="roundRect">
            <a:avLst>
              <a:gd name="adj" fmla="val 2395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408024" y="1403870"/>
            <a:ext cx="376878" cy="376878"/>
          </a:xfrm>
          <a:prstGeom prst="roundRect">
            <a:avLst>
              <a:gd name="adj" fmla="val 2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524620" y="1507512"/>
            <a:ext cx="148396" cy="169595"/>
          </a:xfrm>
          <a:custGeom>
            <a:avLst/>
            <a:gdLst/>
            <a:ahLst/>
            <a:cxnLst/>
            <a:rect l="l" t="t" r="r" b="b"/>
            <a:pathLst>
              <a:path w="148396" h="169595">
                <a:moveTo>
                  <a:pt x="10600" y="42399"/>
                </a:moveTo>
                <a:cubicBezTo>
                  <a:pt x="4737" y="42399"/>
                  <a:pt x="0" y="47136"/>
                  <a:pt x="0" y="52998"/>
                </a:cubicBezTo>
                <a:cubicBezTo>
                  <a:pt x="0" y="58861"/>
                  <a:pt x="4737" y="63598"/>
                  <a:pt x="10600" y="63598"/>
                </a:cubicBezTo>
                <a:lnTo>
                  <a:pt x="137796" y="63598"/>
                </a:lnTo>
                <a:cubicBezTo>
                  <a:pt x="143659" y="63598"/>
                  <a:pt x="148396" y="58861"/>
                  <a:pt x="148396" y="52998"/>
                </a:cubicBezTo>
                <a:cubicBezTo>
                  <a:pt x="148396" y="47136"/>
                  <a:pt x="143659" y="42399"/>
                  <a:pt x="137796" y="42399"/>
                </a:cubicBezTo>
                <a:lnTo>
                  <a:pt x="10600" y="42399"/>
                </a:lnTo>
                <a:close/>
                <a:moveTo>
                  <a:pt x="10600" y="105997"/>
                </a:moveTo>
                <a:cubicBezTo>
                  <a:pt x="4737" y="105997"/>
                  <a:pt x="0" y="110734"/>
                  <a:pt x="0" y="116597"/>
                </a:cubicBezTo>
                <a:cubicBezTo>
                  <a:pt x="0" y="122460"/>
                  <a:pt x="4737" y="127196"/>
                  <a:pt x="10600" y="127196"/>
                </a:cubicBezTo>
                <a:lnTo>
                  <a:pt x="137796" y="127196"/>
                </a:lnTo>
                <a:cubicBezTo>
                  <a:pt x="143659" y="127196"/>
                  <a:pt x="148396" y="122460"/>
                  <a:pt x="148396" y="116597"/>
                </a:cubicBezTo>
                <a:cubicBezTo>
                  <a:pt x="148396" y="110734"/>
                  <a:pt x="143659" y="105997"/>
                  <a:pt x="137796" y="105997"/>
                </a:cubicBezTo>
                <a:lnTo>
                  <a:pt x="10600" y="105997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97965" y="1441558"/>
            <a:ext cx="2185892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Similarity Detection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12735" y="2068117"/>
            <a:ext cx="367456" cy="367456"/>
          </a:xfrm>
          <a:prstGeom prst="roundRect">
            <a:avLst>
              <a:gd name="adj" fmla="val 20513"/>
            </a:avLst>
          </a:prstGeom>
          <a:solidFill>
            <a:srgbClr val="0A192F"/>
          </a:solidFill>
          <a:ln w="12700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70238" y="2138782"/>
            <a:ext cx="131907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916809" y="1931499"/>
            <a:ext cx="4701552" cy="640692"/>
          </a:xfrm>
          <a:custGeom>
            <a:avLst/>
            <a:gdLst/>
            <a:ahLst/>
            <a:cxnLst/>
            <a:rect l="l" t="t" r="r" b="b"/>
            <a:pathLst>
              <a:path w="4701552" h="640692">
                <a:moveTo>
                  <a:pt x="37719" y="0"/>
                </a:moveTo>
                <a:lnTo>
                  <a:pt x="4626229" y="0"/>
                </a:lnTo>
                <a:cubicBezTo>
                  <a:pt x="4667843" y="70"/>
                  <a:pt x="4701540" y="33824"/>
                  <a:pt x="4701540" y="75438"/>
                </a:cubicBezTo>
                <a:lnTo>
                  <a:pt x="4701540" y="565277"/>
                </a:lnTo>
                <a:cubicBezTo>
                  <a:pt x="4701540" y="606891"/>
                  <a:pt x="4667843" y="640645"/>
                  <a:pt x="4626229" y="640715"/>
                </a:cubicBez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916809" y="1931499"/>
            <a:ext cx="37688" cy="640692"/>
          </a:xfrm>
          <a:custGeom>
            <a:avLst/>
            <a:gdLst/>
            <a:ahLst/>
            <a:cxnLst/>
            <a:rect l="l" t="t" r="r" b="b"/>
            <a:pathLst>
              <a:path w="37688" h="640692">
                <a:moveTo>
                  <a:pt x="37719" y="0"/>
                </a:moveTo>
                <a:lnTo>
                  <a:pt x="37719" y="0"/>
                </a:lnTo>
                <a:lnTo>
                  <a:pt x="37719" y="640715"/>
                </a:ln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048716" y="2044563"/>
            <a:ext cx="4531957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Maze Comparison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48716" y="2270689"/>
            <a:ext cx="452253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Upload multiple maze images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942999" y="2685255"/>
            <a:ext cx="141329" cy="188439"/>
          </a:xfrm>
          <a:custGeom>
            <a:avLst/>
            <a:gdLst/>
            <a:ahLst/>
            <a:cxnLst/>
            <a:rect l="l" t="t" r="r" b="b"/>
            <a:pathLst>
              <a:path w="141329" h="188439">
                <a:moveTo>
                  <a:pt x="62347" y="184979"/>
                </a:moveTo>
                <a:cubicBezTo>
                  <a:pt x="66947" y="189580"/>
                  <a:pt x="74419" y="189580"/>
                  <a:pt x="79019" y="184979"/>
                </a:cubicBezTo>
                <a:lnTo>
                  <a:pt x="137906" y="126092"/>
                </a:lnTo>
                <a:cubicBezTo>
                  <a:pt x="142507" y="121492"/>
                  <a:pt x="142507" y="114020"/>
                  <a:pt x="137906" y="109420"/>
                </a:cubicBezTo>
                <a:cubicBezTo>
                  <a:pt x="133306" y="104819"/>
                  <a:pt x="125835" y="104819"/>
                  <a:pt x="121234" y="109420"/>
                </a:cubicBezTo>
                <a:lnTo>
                  <a:pt x="82442" y="148212"/>
                </a:lnTo>
                <a:lnTo>
                  <a:pt x="82442" y="11777"/>
                </a:lnTo>
                <a:cubicBezTo>
                  <a:pt x="82442" y="5263"/>
                  <a:pt x="77179" y="0"/>
                  <a:pt x="70665" y="0"/>
                </a:cubicBezTo>
                <a:cubicBezTo>
                  <a:pt x="64150" y="0"/>
                  <a:pt x="58887" y="5263"/>
                  <a:pt x="58887" y="11777"/>
                </a:cubicBezTo>
                <a:lnTo>
                  <a:pt x="58887" y="148212"/>
                </a:lnTo>
                <a:lnTo>
                  <a:pt x="20095" y="109420"/>
                </a:lnTo>
                <a:cubicBezTo>
                  <a:pt x="15495" y="104819"/>
                  <a:pt x="8023" y="104819"/>
                  <a:pt x="3423" y="109420"/>
                </a:cubicBezTo>
                <a:cubicBezTo>
                  <a:pt x="-1178" y="114020"/>
                  <a:pt x="-1178" y="121492"/>
                  <a:pt x="3423" y="126092"/>
                </a:cubicBezTo>
                <a:lnTo>
                  <a:pt x="62310" y="184979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412735" y="3123376"/>
            <a:ext cx="367456" cy="367456"/>
          </a:xfrm>
          <a:prstGeom prst="roundRect">
            <a:avLst>
              <a:gd name="adj" fmla="val 20513"/>
            </a:avLst>
          </a:prstGeom>
          <a:solidFill>
            <a:srgbClr val="0A192F"/>
          </a:solidFill>
          <a:ln w="12700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555634" y="3194040"/>
            <a:ext cx="160173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916809" y="2986757"/>
            <a:ext cx="4701552" cy="640692"/>
          </a:xfrm>
          <a:custGeom>
            <a:avLst/>
            <a:gdLst/>
            <a:ahLst/>
            <a:cxnLst/>
            <a:rect l="l" t="t" r="r" b="b"/>
            <a:pathLst>
              <a:path w="4701552" h="640692">
                <a:moveTo>
                  <a:pt x="37719" y="0"/>
                </a:moveTo>
                <a:lnTo>
                  <a:pt x="4626229" y="0"/>
                </a:lnTo>
                <a:cubicBezTo>
                  <a:pt x="4667843" y="70"/>
                  <a:pt x="4701540" y="33824"/>
                  <a:pt x="4701540" y="75438"/>
                </a:cubicBezTo>
                <a:lnTo>
                  <a:pt x="4701540" y="565277"/>
                </a:lnTo>
                <a:cubicBezTo>
                  <a:pt x="4701540" y="606891"/>
                  <a:pt x="4667843" y="640645"/>
                  <a:pt x="4626229" y="640715"/>
                </a:cubicBez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916809" y="2986757"/>
            <a:ext cx="37688" cy="640692"/>
          </a:xfrm>
          <a:custGeom>
            <a:avLst/>
            <a:gdLst/>
            <a:ahLst/>
            <a:cxnLst/>
            <a:rect l="l" t="t" r="r" b="b"/>
            <a:pathLst>
              <a:path w="37688" h="640692">
                <a:moveTo>
                  <a:pt x="37719" y="0"/>
                </a:moveTo>
                <a:lnTo>
                  <a:pt x="37719" y="0"/>
                </a:lnTo>
                <a:lnTo>
                  <a:pt x="37719" y="640715"/>
                </a:ln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048716" y="3099821"/>
            <a:ext cx="4531957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048716" y="3325947"/>
            <a:ext cx="452253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 graph structure features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942999" y="3740513"/>
            <a:ext cx="141329" cy="188439"/>
          </a:xfrm>
          <a:custGeom>
            <a:avLst/>
            <a:gdLst/>
            <a:ahLst/>
            <a:cxnLst/>
            <a:rect l="l" t="t" r="r" b="b"/>
            <a:pathLst>
              <a:path w="141329" h="188439">
                <a:moveTo>
                  <a:pt x="62347" y="184979"/>
                </a:moveTo>
                <a:cubicBezTo>
                  <a:pt x="66947" y="189580"/>
                  <a:pt x="74419" y="189580"/>
                  <a:pt x="79019" y="184979"/>
                </a:cubicBezTo>
                <a:lnTo>
                  <a:pt x="137906" y="126092"/>
                </a:lnTo>
                <a:cubicBezTo>
                  <a:pt x="142507" y="121492"/>
                  <a:pt x="142507" y="114020"/>
                  <a:pt x="137906" y="109420"/>
                </a:cubicBezTo>
                <a:cubicBezTo>
                  <a:pt x="133306" y="104819"/>
                  <a:pt x="125835" y="104819"/>
                  <a:pt x="121234" y="109420"/>
                </a:cubicBezTo>
                <a:lnTo>
                  <a:pt x="82442" y="148212"/>
                </a:lnTo>
                <a:lnTo>
                  <a:pt x="82442" y="11777"/>
                </a:lnTo>
                <a:cubicBezTo>
                  <a:pt x="82442" y="5263"/>
                  <a:pt x="77179" y="0"/>
                  <a:pt x="70665" y="0"/>
                </a:cubicBezTo>
                <a:cubicBezTo>
                  <a:pt x="64150" y="0"/>
                  <a:pt x="58887" y="5263"/>
                  <a:pt x="58887" y="11777"/>
                </a:cubicBezTo>
                <a:lnTo>
                  <a:pt x="58887" y="148212"/>
                </a:lnTo>
                <a:lnTo>
                  <a:pt x="20095" y="109420"/>
                </a:lnTo>
                <a:cubicBezTo>
                  <a:pt x="15495" y="104819"/>
                  <a:pt x="8023" y="104819"/>
                  <a:pt x="3423" y="109420"/>
                </a:cubicBezTo>
                <a:cubicBezTo>
                  <a:pt x="-1178" y="114020"/>
                  <a:pt x="-1178" y="121492"/>
                  <a:pt x="3423" y="126092"/>
                </a:cubicBezTo>
                <a:lnTo>
                  <a:pt x="62310" y="184979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412735" y="4178634"/>
            <a:ext cx="367456" cy="367456"/>
          </a:xfrm>
          <a:prstGeom prst="roundRect">
            <a:avLst>
              <a:gd name="adj" fmla="val 20513"/>
            </a:avLst>
          </a:prstGeom>
          <a:solidFill>
            <a:srgbClr val="0A192F"/>
          </a:solidFill>
          <a:ln w="12700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553749" y="4249298"/>
            <a:ext cx="160173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916809" y="4042015"/>
            <a:ext cx="4701552" cy="640692"/>
          </a:xfrm>
          <a:custGeom>
            <a:avLst/>
            <a:gdLst/>
            <a:ahLst/>
            <a:cxnLst/>
            <a:rect l="l" t="t" r="r" b="b"/>
            <a:pathLst>
              <a:path w="4701552" h="640692">
                <a:moveTo>
                  <a:pt x="37719" y="0"/>
                </a:moveTo>
                <a:lnTo>
                  <a:pt x="4626229" y="0"/>
                </a:lnTo>
                <a:cubicBezTo>
                  <a:pt x="4667843" y="70"/>
                  <a:pt x="4701540" y="33824"/>
                  <a:pt x="4701540" y="75438"/>
                </a:cubicBezTo>
                <a:lnTo>
                  <a:pt x="4701540" y="565277"/>
                </a:lnTo>
                <a:cubicBezTo>
                  <a:pt x="4701540" y="606891"/>
                  <a:pt x="4667843" y="640645"/>
                  <a:pt x="4626229" y="640715"/>
                </a:cubicBez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916809" y="4042015"/>
            <a:ext cx="37688" cy="640692"/>
          </a:xfrm>
          <a:custGeom>
            <a:avLst/>
            <a:gdLst/>
            <a:ahLst/>
            <a:cxnLst/>
            <a:rect l="l" t="t" r="r" b="b"/>
            <a:pathLst>
              <a:path w="37688" h="640692">
                <a:moveTo>
                  <a:pt x="37719" y="0"/>
                </a:moveTo>
                <a:lnTo>
                  <a:pt x="37719" y="0"/>
                </a:lnTo>
                <a:lnTo>
                  <a:pt x="37719" y="640715"/>
                </a:ln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048716" y="4155079"/>
            <a:ext cx="4531957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Similarity Analysis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048716" y="4381206"/>
            <a:ext cx="452253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graph structures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942999" y="4795771"/>
            <a:ext cx="141329" cy="188439"/>
          </a:xfrm>
          <a:custGeom>
            <a:avLst/>
            <a:gdLst/>
            <a:ahLst/>
            <a:cxnLst/>
            <a:rect l="l" t="t" r="r" b="b"/>
            <a:pathLst>
              <a:path w="141329" h="188439">
                <a:moveTo>
                  <a:pt x="62347" y="184979"/>
                </a:moveTo>
                <a:cubicBezTo>
                  <a:pt x="66947" y="189580"/>
                  <a:pt x="74419" y="189580"/>
                  <a:pt x="79019" y="184979"/>
                </a:cubicBezTo>
                <a:lnTo>
                  <a:pt x="137906" y="126092"/>
                </a:lnTo>
                <a:cubicBezTo>
                  <a:pt x="142507" y="121492"/>
                  <a:pt x="142507" y="114020"/>
                  <a:pt x="137906" y="109420"/>
                </a:cubicBezTo>
                <a:cubicBezTo>
                  <a:pt x="133306" y="104819"/>
                  <a:pt x="125835" y="104819"/>
                  <a:pt x="121234" y="109420"/>
                </a:cubicBezTo>
                <a:lnTo>
                  <a:pt x="82442" y="148212"/>
                </a:lnTo>
                <a:lnTo>
                  <a:pt x="82442" y="11777"/>
                </a:lnTo>
                <a:cubicBezTo>
                  <a:pt x="82442" y="5263"/>
                  <a:pt x="77179" y="0"/>
                  <a:pt x="70665" y="0"/>
                </a:cubicBezTo>
                <a:cubicBezTo>
                  <a:pt x="64150" y="0"/>
                  <a:pt x="58887" y="5263"/>
                  <a:pt x="58887" y="11777"/>
                </a:cubicBezTo>
                <a:lnTo>
                  <a:pt x="58887" y="148212"/>
                </a:lnTo>
                <a:lnTo>
                  <a:pt x="20095" y="109420"/>
                </a:lnTo>
                <a:cubicBezTo>
                  <a:pt x="15495" y="104819"/>
                  <a:pt x="8023" y="104819"/>
                  <a:pt x="3423" y="109420"/>
                </a:cubicBezTo>
                <a:cubicBezTo>
                  <a:pt x="-1178" y="114020"/>
                  <a:pt x="-1178" y="121492"/>
                  <a:pt x="3423" y="126092"/>
                </a:cubicBezTo>
                <a:lnTo>
                  <a:pt x="62310" y="184979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412735" y="5233892"/>
            <a:ext cx="367456" cy="367456"/>
          </a:xfrm>
          <a:prstGeom prst="roundRect">
            <a:avLst>
              <a:gd name="adj" fmla="val 20513"/>
            </a:avLst>
          </a:prstGeom>
          <a:solidFill>
            <a:srgbClr val="0A192F"/>
          </a:solidFill>
          <a:ln w="12700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555791" y="5304556"/>
            <a:ext cx="160173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916809" y="5097274"/>
            <a:ext cx="4701552" cy="640692"/>
          </a:xfrm>
          <a:custGeom>
            <a:avLst/>
            <a:gdLst/>
            <a:ahLst/>
            <a:cxnLst/>
            <a:rect l="l" t="t" r="r" b="b"/>
            <a:pathLst>
              <a:path w="4701552" h="640692">
                <a:moveTo>
                  <a:pt x="37719" y="0"/>
                </a:moveTo>
                <a:lnTo>
                  <a:pt x="4626229" y="0"/>
                </a:lnTo>
                <a:cubicBezTo>
                  <a:pt x="4667843" y="70"/>
                  <a:pt x="4701540" y="33824"/>
                  <a:pt x="4701540" y="75438"/>
                </a:cubicBezTo>
                <a:lnTo>
                  <a:pt x="4701540" y="565277"/>
                </a:lnTo>
                <a:cubicBezTo>
                  <a:pt x="4701540" y="606891"/>
                  <a:pt x="4667843" y="640645"/>
                  <a:pt x="4626229" y="640715"/>
                </a:cubicBez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916809" y="5097274"/>
            <a:ext cx="37688" cy="640692"/>
          </a:xfrm>
          <a:custGeom>
            <a:avLst/>
            <a:gdLst/>
            <a:ahLst/>
            <a:cxnLst/>
            <a:rect l="l" t="t" r="r" b="b"/>
            <a:pathLst>
              <a:path w="37688" h="640692">
                <a:moveTo>
                  <a:pt x="37719" y="0"/>
                </a:moveTo>
                <a:lnTo>
                  <a:pt x="37719" y="0"/>
                </a:lnTo>
                <a:lnTo>
                  <a:pt x="37719" y="640715"/>
                </a:ln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048716" y="5210337"/>
            <a:ext cx="4531957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 Output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048716" y="5436464"/>
            <a:ext cx="452253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 similarity percentage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214874" y="6128977"/>
            <a:ext cx="5596637" cy="725490"/>
          </a:xfrm>
          <a:prstGeom prst="roundRect">
            <a:avLst>
              <a:gd name="adj" fmla="val 15584"/>
            </a:avLst>
          </a:prstGeom>
          <a:solidFill>
            <a:srgbClr val="112240"/>
          </a:solidFill>
          <a:ln w="12700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398602" y="6378658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28266" y="14133"/>
                </a:moveTo>
                <a:cubicBezTo>
                  <a:pt x="12675" y="14133"/>
                  <a:pt x="0" y="26808"/>
                  <a:pt x="0" y="42399"/>
                </a:cubicBezTo>
                <a:lnTo>
                  <a:pt x="0" y="155462"/>
                </a:lnTo>
                <a:cubicBezTo>
                  <a:pt x="0" y="171053"/>
                  <a:pt x="12675" y="183728"/>
                  <a:pt x="28266" y="183728"/>
                </a:cubicBezTo>
                <a:lnTo>
                  <a:pt x="91864" y="183728"/>
                </a:lnTo>
                <a:lnTo>
                  <a:pt x="84798" y="204927"/>
                </a:lnTo>
                <a:lnTo>
                  <a:pt x="52998" y="204927"/>
                </a:lnTo>
                <a:cubicBezTo>
                  <a:pt x="47124" y="204927"/>
                  <a:pt x="42399" y="209653"/>
                  <a:pt x="42399" y="215527"/>
                </a:cubicBezTo>
                <a:cubicBezTo>
                  <a:pt x="42399" y="221401"/>
                  <a:pt x="47124" y="226127"/>
                  <a:pt x="52998" y="226127"/>
                </a:cubicBezTo>
                <a:lnTo>
                  <a:pt x="173128" y="226127"/>
                </a:lnTo>
                <a:cubicBezTo>
                  <a:pt x="179002" y="226127"/>
                  <a:pt x="183728" y="221401"/>
                  <a:pt x="183728" y="215527"/>
                </a:cubicBezTo>
                <a:cubicBezTo>
                  <a:pt x="183728" y="209653"/>
                  <a:pt x="179002" y="204927"/>
                  <a:pt x="173128" y="204927"/>
                </a:cubicBezTo>
                <a:lnTo>
                  <a:pt x="141329" y="204927"/>
                </a:lnTo>
                <a:lnTo>
                  <a:pt x="134263" y="183728"/>
                </a:lnTo>
                <a:lnTo>
                  <a:pt x="197861" y="183728"/>
                </a:lnTo>
                <a:cubicBezTo>
                  <a:pt x="213451" y="183728"/>
                  <a:pt x="226127" y="171053"/>
                  <a:pt x="226127" y="155462"/>
                </a:cubicBezTo>
                <a:lnTo>
                  <a:pt x="226127" y="42399"/>
                </a:lnTo>
                <a:cubicBezTo>
                  <a:pt x="226127" y="26808"/>
                  <a:pt x="213451" y="14133"/>
                  <a:pt x="197861" y="14133"/>
                </a:cubicBezTo>
                <a:lnTo>
                  <a:pt x="28266" y="14133"/>
                </a:lnTo>
                <a:close/>
                <a:moveTo>
                  <a:pt x="42399" y="42399"/>
                </a:moveTo>
                <a:lnTo>
                  <a:pt x="183728" y="42399"/>
                </a:lnTo>
                <a:cubicBezTo>
                  <a:pt x="191545" y="42399"/>
                  <a:pt x="197861" y="48714"/>
                  <a:pt x="197861" y="56532"/>
                </a:cubicBezTo>
                <a:lnTo>
                  <a:pt x="197861" y="127196"/>
                </a:lnTo>
                <a:cubicBezTo>
                  <a:pt x="197861" y="135014"/>
                  <a:pt x="191545" y="141329"/>
                  <a:pt x="183728" y="141329"/>
                </a:cubicBezTo>
                <a:lnTo>
                  <a:pt x="42399" y="141329"/>
                </a:lnTo>
                <a:cubicBezTo>
                  <a:pt x="34581" y="141329"/>
                  <a:pt x="28266" y="135014"/>
                  <a:pt x="28266" y="127196"/>
                </a:cubicBezTo>
                <a:lnTo>
                  <a:pt x="28266" y="56532"/>
                </a:lnTo>
                <a:cubicBezTo>
                  <a:pt x="28266" y="48714"/>
                  <a:pt x="34581" y="42399"/>
                  <a:pt x="42399" y="42399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766058" y="6284439"/>
            <a:ext cx="2685255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GUI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766058" y="6510566"/>
            <a:ext cx="267583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desktop interface for all operations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533B8-E9DB-2C7C-CB0D-A68B9E970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5922943-28A4-8323-4618-8F9CD9426965}"/>
              </a:ext>
            </a:extLst>
          </p:cNvPr>
          <p:cNvSpPr/>
          <p:nvPr/>
        </p:nvSpPr>
        <p:spPr>
          <a:xfrm>
            <a:off x="376878" y="433410"/>
            <a:ext cx="452253" cy="452253"/>
          </a:xfrm>
          <a:prstGeom prst="roundRect">
            <a:avLst>
              <a:gd name="adj" fmla="val 16667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77D79E8-3D36-E597-C627-7F797DAB5F23}"/>
              </a:ext>
            </a:extLst>
          </p:cNvPr>
          <p:cNvSpPr/>
          <p:nvPr/>
        </p:nvSpPr>
        <p:spPr>
          <a:xfrm>
            <a:off x="508785" y="565317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70665" y="23555"/>
                </a:moveTo>
                <a:cubicBezTo>
                  <a:pt x="70665" y="17040"/>
                  <a:pt x="75928" y="11777"/>
                  <a:pt x="82442" y="11777"/>
                </a:cubicBezTo>
                <a:lnTo>
                  <a:pt x="105997" y="11777"/>
                </a:lnTo>
                <a:cubicBezTo>
                  <a:pt x="112511" y="11777"/>
                  <a:pt x="117774" y="17040"/>
                  <a:pt x="117774" y="23555"/>
                </a:cubicBezTo>
                <a:lnTo>
                  <a:pt x="117774" y="47110"/>
                </a:lnTo>
                <a:cubicBezTo>
                  <a:pt x="117774" y="53624"/>
                  <a:pt x="112511" y="58887"/>
                  <a:pt x="105997" y="58887"/>
                </a:cubicBezTo>
                <a:lnTo>
                  <a:pt x="103053" y="58887"/>
                </a:lnTo>
                <a:lnTo>
                  <a:pt x="103053" y="82442"/>
                </a:lnTo>
                <a:lnTo>
                  <a:pt x="147218" y="82442"/>
                </a:lnTo>
                <a:cubicBezTo>
                  <a:pt x="161866" y="82442"/>
                  <a:pt x="173717" y="94293"/>
                  <a:pt x="173717" y="108941"/>
                </a:cubicBezTo>
                <a:lnTo>
                  <a:pt x="173717" y="129552"/>
                </a:lnTo>
                <a:lnTo>
                  <a:pt x="176662" y="129552"/>
                </a:lnTo>
                <a:cubicBezTo>
                  <a:pt x="183176" y="129552"/>
                  <a:pt x="188439" y="134815"/>
                  <a:pt x="188439" y="141329"/>
                </a:cubicBezTo>
                <a:lnTo>
                  <a:pt x="188439" y="164884"/>
                </a:lnTo>
                <a:cubicBezTo>
                  <a:pt x="188439" y="171398"/>
                  <a:pt x="183176" y="176662"/>
                  <a:pt x="176662" y="176662"/>
                </a:cubicBezTo>
                <a:lnTo>
                  <a:pt x="153107" y="176662"/>
                </a:lnTo>
                <a:cubicBezTo>
                  <a:pt x="146592" y="176662"/>
                  <a:pt x="141329" y="171398"/>
                  <a:pt x="141329" y="164884"/>
                </a:cubicBezTo>
                <a:lnTo>
                  <a:pt x="141329" y="141329"/>
                </a:lnTo>
                <a:cubicBezTo>
                  <a:pt x="141329" y="134815"/>
                  <a:pt x="146592" y="129552"/>
                  <a:pt x="153107" y="129552"/>
                </a:cubicBezTo>
                <a:lnTo>
                  <a:pt x="156051" y="129552"/>
                </a:lnTo>
                <a:lnTo>
                  <a:pt x="156051" y="108941"/>
                </a:lnTo>
                <a:cubicBezTo>
                  <a:pt x="156051" y="104046"/>
                  <a:pt x="152113" y="100108"/>
                  <a:pt x="147218" y="100108"/>
                </a:cubicBezTo>
                <a:lnTo>
                  <a:pt x="103053" y="100108"/>
                </a:lnTo>
                <a:lnTo>
                  <a:pt x="103053" y="129552"/>
                </a:lnTo>
                <a:lnTo>
                  <a:pt x="105997" y="129552"/>
                </a:lnTo>
                <a:cubicBezTo>
                  <a:pt x="112511" y="129552"/>
                  <a:pt x="117774" y="134815"/>
                  <a:pt x="117774" y="141329"/>
                </a:cubicBezTo>
                <a:lnTo>
                  <a:pt x="117774" y="164884"/>
                </a:lnTo>
                <a:cubicBezTo>
                  <a:pt x="117774" y="171398"/>
                  <a:pt x="112511" y="176662"/>
                  <a:pt x="105997" y="176662"/>
                </a:cubicBezTo>
                <a:lnTo>
                  <a:pt x="82442" y="176662"/>
                </a:lnTo>
                <a:cubicBezTo>
                  <a:pt x="75928" y="176662"/>
                  <a:pt x="70665" y="171398"/>
                  <a:pt x="70665" y="164884"/>
                </a:cubicBezTo>
                <a:lnTo>
                  <a:pt x="70665" y="141329"/>
                </a:lnTo>
                <a:cubicBezTo>
                  <a:pt x="70665" y="134815"/>
                  <a:pt x="75928" y="129552"/>
                  <a:pt x="82442" y="129552"/>
                </a:cubicBezTo>
                <a:lnTo>
                  <a:pt x="85386" y="129552"/>
                </a:lnTo>
                <a:lnTo>
                  <a:pt x="85386" y="100108"/>
                </a:lnTo>
                <a:lnTo>
                  <a:pt x="41221" y="100108"/>
                </a:lnTo>
                <a:cubicBezTo>
                  <a:pt x="36326" y="100108"/>
                  <a:pt x="32388" y="104046"/>
                  <a:pt x="32388" y="108941"/>
                </a:cubicBezTo>
                <a:lnTo>
                  <a:pt x="32388" y="129552"/>
                </a:lnTo>
                <a:lnTo>
                  <a:pt x="35332" y="129552"/>
                </a:lnTo>
                <a:cubicBezTo>
                  <a:pt x="41847" y="129552"/>
                  <a:pt x="47110" y="134815"/>
                  <a:pt x="47110" y="141329"/>
                </a:cubicBezTo>
                <a:lnTo>
                  <a:pt x="47110" y="164884"/>
                </a:lnTo>
                <a:cubicBezTo>
                  <a:pt x="47110" y="171398"/>
                  <a:pt x="41847" y="176662"/>
                  <a:pt x="35332" y="176662"/>
                </a:cubicBezTo>
                <a:lnTo>
                  <a:pt x="11777" y="176662"/>
                </a:lnTo>
                <a:cubicBezTo>
                  <a:pt x="5263" y="176662"/>
                  <a:pt x="0" y="171398"/>
                  <a:pt x="0" y="164884"/>
                </a:cubicBezTo>
                <a:lnTo>
                  <a:pt x="0" y="141329"/>
                </a:lnTo>
                <a:cubicBezTo>
                  <a:pt x="0" y="134815"/>
                  <a:pt x="5263" y="129552"/>
                  <a:pt x="11777" y="129552"/>
                </a:cubicBezTo>
                <a:lnTo>
                  <a:pt x="14722" y="129552"/>
                </a:lnTo>
                <a:lnTo>
                  <a:pt x="14722" y="108941"/>
                </a:lnTo>
                <a:cubicBezTo>
                  <a:pt x="14722" y="94293"/>
                  <a:pt x="26573" y="82442"/>
                  <a:pt x="41221" y="82442"/>
                </a:cubicBezTo>
                <a:lnTo>
                  <a:pt x="85386" y="82442"/>
                </a:lnTo>
                <a:lnTo>
                  <a:pt x="85386" y="58887"/>
                </a:lnTo>
                <a:lnTo>
                  <a:pt x="82442" y="58887"/>
                </a:lnTo>
                <a:cubicBezTo>
                  <a:pt x="75928" y="58887"/>
                  <a:pt x="70665" y="53624"/>
                  <a:pt x="70665" y="47110"/>
                </a:cubicBezTo>
                <a:lnTo>
                  <a:pt x="70665" y="23555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0B683A0-7A7F-3D38-809A-48FB6CA8602F}"/>
              </a:ext>
            </a:extLst>
          </p:cNvPr>
          <p:cNvSpPr/>
          <p:nvPr/>
        </p:nvSpPr>
        <p:spPr>
          <a:xfrm>
            <a:off x="942195" y="376878"/>
            <a:ext cx="3947796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kern="0" spc="52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Overview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6B9CEC1-CE1E-148E-B51C-4AEB2FDEF169}"/>
              </a:ext>
            </a:extLst>
          </p:cNvPr>
          <p:cNvSpPr/>
          <p:nvPr/>
        </p:nvSpPr>
        <p:spPr>
          <a:xfrm>
            <a:off x="942195" y="565317"/>
            <a:ext cx="4051437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1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&amp; Workflow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7B2EB18-CA02-D38E-86F1-7DAC1633EF24}"/>
              </a:ext>
            </a:extLst>
          </p:cNvPr>
          <p:cNvSpPr/>
          <p:nvPr/>
        </p:nvSpPr>
        <p:spPr>
          <a:xfrm>
            <a:off x="381589" y="1210721"/>
            <a:ext cx="11505611" cy="5547432"/>
          </a:xfrm>
          <a:prstGeom prst="roundRect">
            <a:avLst>
              <a:gd name="adj" fmla="val 2020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2F568228-89E9-C993-D5D9-3DD30C9966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1" r="1669" b="1668"/>
          <a:stretch>
            <a:fillRect/>
          </a:stretch>
        </p:blipFill>
        <p:spPr>
          <a:xfrm>
            <a:off x="2543502" y="1310721"/>
            <a:ext cx="7157545" cy="525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27096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4350" y="571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 Representation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3533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Graph Structure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223963"/>
            <a:ext cx="11511947" cy="5248275"/>
          </a:xfrm>
          <a:prstGeom prst="roundRect">
            <a:avLst>
              <a:gd name="adj" fmla="val 2178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1025" y="1419225"/>
            <a:ext cx="647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 Components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0075" y="1752354"/>
            <a:ext cx="3095625" cy="2286000"/>
          </a:xfrm>
          <a:custGeom>
            <a:avLst/>
            <a:gdLst/>
            <a:ahLst/>
            <a:cxnLst/>
            <a:rect l="l" t="t" r="r" b="b"/>
            <a:pathLst>
              <a:path w="3095625" h="2286000">
                <a:moveTo>
                  <a:pt x="38100" y="0"/>
                </a:moveTo>
                <a:lnTo>
                  <a:pt x="3019425" y="0"/>
                </a:lnTo>
                <a:cubicBezTo>
                  <a:pt x="3061481" y="0"/>
                  <a:pt x="3095625" y="34144"/>
                  <a:pt x="3095625" y="76200"/>
                </a:cubicBezTo>
                <a:lnTo>
                  <a:pt x="3095625" y="2209800"/>
                </a:lnTo>
                <a:cubicBezTo>
                  <a:pt x="3095625" y="2251856"/>
                  <a:pt x="3061481" y="2286000"/>
                  <a:pt x="3019425" y="2286000"/>
                </a:cubicBezTo>
                <a:lnTo>
                  <a:pt x="38100" y="2286000"/>
                </a:lnTo>
                <a:cubicBezTo>
                  <a:pt x="17072" y="2286000"/>
                  <a:pt x="0" y="2268928"/>
                  <a:pt x="0" y="2247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0075" y="1752354"/>
            <a:ext cx="38100" cy="2286000"/>
          </a:xfrm>
          <a:custGeom>
            <a:avLst/>
            <a:gdLst/>
            <a:ahLst/>
            <a:cxnLst/>
            <a:rect l="l" t="t" r="r" b="b"/>
            <a:pathLst>
              <a:path w="38100" h="2286000">
                <a:moveTo>
                  <a:pt x="38100" y="0"/>
                </a:moveTo>
                <a:lnTo>
                  <a:pt x="38100" y="0"/>
                </a:lnTo>
                <a:lnTo>
                  <a:pt x="38100" y="2286000"/>
                </a:lnTo>
                <a:lnTo>
                  <a:pt x="38100" y="2286000"/>
                </a:lnTo>
                <a:cubicBezTo>
                  <a:pt x="17072" y="2286000"/>
                  <a:pt x="0" y="2268928"/>
                  <a:pt x="0" y="2247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1525" y="1904754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9631" y="199047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66675"/>
                </a:moveTo>
                <a:cubicBezTo>
                  <a:pt x="0" y="29876"/>
                  <a:pt x="29876" y="0"/>
                  <a:pt x="66675" y="0"/>
                </a:cubicBez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52525" y="1923804"/>
            <a:ext cx="609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1525" y="2323854"/>
            <a:ext cx="2847975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Represent valid walkable positions inside the maze. Each node stores coordinates and connectivity information.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0075" y="4107205"/>
            <a:ext cx="3095625" cy="2286000"/>
          </a:xfrm>
          <a:custGeom>
            <a:avLst/>
            <a:gdLst/>
            <a:ahLst/>
            <a:cxnLst/>
            <a:rect l="l" t="t" r="r" b="b"/>
            <a:pathLst>
              <a:path w="3095625" h="2286000">
                <a:moveTo>
                  <a:pt x="38100" y="0"/>
                </a:moveTo>
                <a:lnTo>
                  <a:pt x="3019425" y="0"/>
                </a:lnTo>
                <a:cubicBezTo>
                  <a:pt x="3061481" y="0"/>
                  <a:pt x="3095625" y="34144"/>
                  <a:pt x="3095625" y="76200"/>
                </a:cubicBezTo>
                <a:lnTo>
                  <a:pt x="3095625" y="2209800"/>
                </a:lnTo>
                <a:cubicBezTo>
                  <a:pt x="3095625" y="2251856"/>
                  <a:pt x="3061481" y="2286000"/>
                  <a:pt x="3019425" y="2286000"/>
                </a:cubicBezTo>
                <a:lnTo>
                  <a:pt x="38100" y="2286000"/>
                </a:lnTo>
                <a:cubicBezTo>
                  <a:pt x="17072" y="2286000"/>
                  <a:pt x="0" y="2268928"/>
                  <a:pt x="0" y="2247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0075" y="4107205"/>
            <a:ext cx="38100" cy="2286000"/>
          </a:xfrm>
          <a:custGeom>
            <a:avLst/>
            <a:gdLst/>
            <a:ahLst/>
            <a:cxnLst/>
            <a:rect l="l" t="t" r="r" b="b"/>
            <a:pathLst>
              <a:path w="38100" h="2286000">
                <a:moveTo>
                  <a:pt x="38100" y="0"/>
                </a:moveTo>
                <a:lnTo>
                  <a:pt x="38100" y="0"/>
                </a:lnTo>
                <a:lnTo>
                  <a:pt x="38100" y="2286000"/>
                </a:lnTo>
                <a:lnTo>
                  <a:pt x="38100" y="2286000"/>
                </a:lnTo>
                <a:cubicBezTo>
                  <a:pt x="17072" y="2286000"/>
                  <a:pt x="0" y="2268928"/>
                  <a:pt x="0" y="2247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1525" y="425960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7966" y="434533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0" y="66675"/>
                </a:moveTo>
                <a:cubicBezTo>
                  <a:pt x="0" y="62065"/>
                  <a:pt x="3724" y="58341"/>
                  <a:pt x="8334" y="58341"/>
                </a:cubicBezTo>
                <a:lnTo>
                  <a:pt x="108347" y="58341"/>
                </a:lnTo>
                <a:cubicBezTo>
                  <a:pt x="112957" y="58341"/>
                  <a:pt x="116681" y="62065"/>
                  <a:pt x="116681" y="66675"/>
                </a:cubicBezTo>
                <a:cubicBezTo>
                  <a:pt x="116681" y="71285"/>
                  <a:pt x="112957" y="75009"/>
                  <a:pt x="108347" y="75009"/>
                </a:cubicBezTo>
                <a:lnTo>
                  <a:pt x="8334" y="75009"/>
                </a:lnTo>
                <a:cubicBezTo>
                  <a:pt x="3724" y="75009"/>
                  <a:pt x="0" y="71285"/>
                  <a:pt x="0" y="66675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52525" y="4278655"/>
            <a:ext cx="59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1525" y="4678705"/>
            <a:ext cx="2847975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Represent valid movement connections between neighboring nodes. Weighted edges indicate traversal cost.</a:t>
            </a:r>
            <a:endParaRPr lang="en-US" sz="16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12EA23BE-9759-98C8-7954-BE354A6487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37" b="5087"/>
          <a:stretch>
            <a:fillRect/>
          </a:stretch>
        </p:blipFill>
        <p:spPr>
          <a:xfrm>
            <a:off x="8243895" y="4412005"/>
            <a:ext cx="3176580" cy="1708877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CDBF3329-903F-6C1F-57A6-772E1C9FE9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10" t="521"/>
          <a:stretch>
            <a:fillRect/>
          </a:stretch>
        </p:blipFill>
        <p:spPr>
          <a:xfrm>
            <a:off x="4062379" y="1752353"/>
            <a:ext cx="3734326" cy="3686421"/>
          </a:xfrm>
          <a:prstGeom prst="rect">
            <a:avLst/>
          </a:prstGeom>
        </p:spPr>
      </p:pic>
      <p:sp>
        <p:nvSpPr>
          <p:cNvPr id="67" name="Arrow: Bent 66">
            <a:extLst>
              <a:ext uri="{FF2B5EF4-FFF2-40B4-BE49-F238E27FC236}">
                <a16:creationId xmlns:a16="http://schemas.microsoft.com/office/drawing/2014/main" id="{2CC558A4-B8A7-0E3D-D67E-16720DEF44DF}"/>
              </a:ext>
            </a:extLst>
          </p:cNvPr>
          <p:cNvSpPr/>
          <p:nvPr/>
        </p:nvSpPr>
        <p:spPr>
          <a:xfrm rot="5400000">
            <a:off x="7937820" y="1778242"/>
            <a:ext cx="2515447" cy="2752079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90538" y="5715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2647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Algorithms Used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2752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Algorithms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223963"/>
            <a:ext cx="3676650" cy="5248275"/>
          </a:xfrm>
          <a:prstGeom prst="roundRect">
            <a:avLst>
              <a:gd name="adj" fmla="val 3109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81025" y="141922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9138" y="15716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28725" y="1438275"/>
            <a:ext cx="1476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A* Algorithm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8725" y="1743075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Heuristic pathfinding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1025" y="2357438"/>
            <a:ext cx="3286125" cy="952500"/>
          </a:xfrm>
          <a:prstGeom prst="roundRect">
            <a:avLst>
              <a:gd name="adj" fmla="val 8000"/>
            </a:avLst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3425" y="254793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2663" y="2509838"/>
            <a:ext cx="2809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 Search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2663" y="2776538"/>
            <a:ext cx="2800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</a:rPr>
              <a:t> Finds the shortest path efficiently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1025" y="3462338"/>
            <a:ext cx="3286125" cy="952500"/>
          </a:xfrm>
          <a:prstGeom prst="roundRect">
            <a:avLst>
              <a:gd name="adj" fmla="val 8000"/>
            </a:avLst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3425" y="36528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0760" y="3614738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Navigation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0760" y="3881438"/>
            <a:ext cx="2781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</a:rPr>
              <a:t>Uses heuristics to optimize traversal</a:t>
            </a:r>
          </a:p>
        </p:txBody>
      </p:sp>
      <p:sp>
        <p:nvSpPr>
          <p:cNvPr id="23" name="Shape 21"/>
          <p:cNvSpPr/>
          <p:nvPr/>
        </p:nvSpPr>
        <p:spPr>
          <a:xfrm>
            <a:off x="581025" y="5929313"/>
            <a:ext cx="3286125" cy="9525"/>
          </a:xfrm>
          <a:prstGeom prst="roundRect">
            <a:avLst>
              <a:gd name="adj" fmla="val 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1025" y="6086475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 Complex mazes with clear start/end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59263" y="1223963"/>
            <a:ext cx="3676650" cy="5248275"/>
          </a:xfrm>
          <a:prstGeom prst="roundRect">
            <a:avLst>
              <a:gd name="adj" fmla="val 3109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54525" y="141922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06925" y="15716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42863"/>
                </a:moveTo>
                <a:cubicBezTo>
                  <a:pt x="228600" y="65276"/>
                  <a:pt x="202213" y="98718"/>
                  <a:pt x="190827" y="112068"/>
                </a:cubicBezTo>
                <a:cubicBezTo>
                  <a:pt x="189131" y="114032"/>
                  <a:pt x="186630" y="114791"/>
                  <a:pt x="184353" y="114300"/>
                </a:cubicBezTo>
                <a:lnTo>
                  <a:pt x="142875" y="114300"/>
                </a:lnTo>
                <a:cubicBezTo>
                  <a:pt x="134972" y="114300"/>
                  <a:pt x="128588" y="120685"/>
                  <a:pt x="128588" y="128588"/>
                </a:cubicBezTo>
                <a:cubicBezTo>
                  <a:pt x="128588" y="136490"/>
                  <a:pt x="134972" y="142875"/>
                  <a:pt x="142875" y="142875"/>
                </a:cubicBezTo>
                <a:lnTo>
                  <a:pt x="185738" y="142875"/>
                </a:lnTo>
                <a:cubicBezTo>
                  <a:pt x="209401" y="142875"/>
                  <a:pt x="228600" y="162074"/>
                  <a:pt x="228600" y="185738"/>
                </a:cubicBezTo>
                <a:cubicBezTo>
                  <a:pt x="228600" y="209401"/>
                  <a:pt x="209401" y="228600"/>
                  <a:pt x="185738" y="228600"/>
                </a:cubicBezTo>
                <a:lnTo>
                  <a:pt x="62329" y="228600"/>
                </a:lnTo>
                <a:cubicBezTo>
                  <a:pt x="66214" y="224180"/>
                  <a:pt x="70946" y="218509"/>
                  <a:pt x="75724" y="212169"/>
                </a:cubicBezTo>
                <a:cubicBezTo>
                  <a:pt x="78537" y="208419"/>
                  <a:pt x="81439" y="204311"/>
                  <a:pt x="84207" y="200025"/>
                </a:cubicBezTo>
                <a:lnTo>
                  <a:pt x="185738" y="200025"/>
                </a:lnTo>
                <a:cubicBezTo>
                  <a:pt x="193640" y="200025"/>
                  <a:pt x="200025" y="193640"/>
                  <a:pt x="200025" y="185738"/>
                </a:cubicBezTo>
                <a:cubicBezTo>
                  <a:pt x="200025" y="177835"/>
                  <a:pt x="193640" y="171450"/>
                  <a:pt x="185738" y="171450"/>
                </a:cubicBezTo>
                <a:lnTo>
                  <a:pt x="142875" y="171450"/>
                </a:lnTo>
                <a:cubicBezTo>
                  <a:pt x="119211" y="171450"/>
                  <a:pt x="100013" y="152251"/>
                  <a:pt x="100013" y="128588"/>
                </a:cubicBezTo>
                <a:cubicBezTo>
                  <a:pt x="100013" y="104924"/>
                  <a:pt x="119211" y="85725"/>
                  <a:pt x="142875" y="85725"/>
                </a:cubicBezTo>
                <a:lnTo>
                  <a:pt x="160645" y="85725"/>
                </a:lnTo>
                <a:cubicBezTo>
                  <a:pt x="151269" y="71661"/>
                  <a:pt x="142875" y="55498"/>
                  <a:pt x="142875" y="42863"/>
                </a:cubicBezTo>
                <a:cubicBezTo>
                  <a:pt x="142875" y="19199"/>
                  <a:pt x="162074" y="0"/>
                  <a:pt x="185738" y="0"/>
                </a:cubicBezTo>
                <a:cubicBezTo>
                  <a:pt x="209401" y="0"/>
                  <a:pt x="228600" y="19199"/>
                  <a:pt x="228600" y="42863"/>
                </a:cubicBezTo>
                <a:close/>
                <a:moveTo>
                  <a:pt x="52283" y="218376"/>
                </a:moveTo>
                <a:cubicBezTo>
                  <a:pt x="50587" y="220295"/>
                  <a:pt x="49069" y="221992"/>
                  <a:pt x="47774" y="223421"/>
                </a:cubicBezTo>
                <a:lnTo>
                  <a:pt x="46970" y="224314"/>
                </a:lnTo>
                <a:lnTo>
                  <a:pt x="46881" y="224224"/>
                </a:lnTo>
                <a:cubicBezTo>
                  <a:pt x="44202" y="226278"/>
                  <a:pt x="40362" y="226010"/>
                  <a:pt x="37951" y="223421"/>
                </a:cubicBezTo>
                <a:cubicBezTo>
                  <a:pt x="26700" y="211187"/>
                  <a:pt x="0" y="179710"/>
                  <a:pt x="0" y="157163"/>
                </a:cubicBezTo>
                <a:cubicBezTo>
                  <a:pt x="0" y="133499"/>
                  <a:pt x="19199" y="114300"/>
                  <a:pt x="42863" y="114300"/>
                </a:cubicBezTo>
                <a:cubicBezTo>
                  <a:pt x="66526" y="114300"/>
                  <a:pt x="85725" y="133499"/>
                  <a:pt x="85725" y="157163"/>
                </a:cubicBezTo>
                <a:cubicBezTo>
                  <a:pt x="85725" y="170557"/>
                  <a:pt x="76304" y="187077"/>
                  <a:pt x="66303" y="200873"/>
                </a:cubicBezTo>
                <a:cubicBezTo>
                  <a:pt x="61526" y="207437"/>
                  <a:pt x="56614" y="213375"/>
                  <a:pt x="52551" y="218063"/>
                </a:cubicBezTo>
                <a:lnTo>
                  <a:pt x="52283" y="218376"/>
                </a:lnTo>
                <a:close/>
                <a:moveTo>
                  <a:pt x="57150" y="157163"/>
                </a:moveTo>
                <a:cubicBezTo>
                  <a:pt x="57150" y="149277"/>
                  <a:pt x="50748" y="142875"/>
                  <a:pt x="42863" y="142875"/>
                </a:cubicBezTo>
                <a:cubicBezTo>
                  <a:pt x="34977" y="142875"/>
                  <a:pt x="28575" y="149277"/>
                  <a:pt x="28575" y="157163"/>
                </a:cubicBezTo>
                <a:cubicBezTo>
                  <a:pt x="28575" y="165048"/>
                  <a:pt x="34977" y="171450"/>
                  <a:pt x="42863" y="171450"/>
                </a:cubicBezTo>
                <a:cubicBezTo>
                  <a:pt x="50748" y="171450"/>
                  <a:pt x="57150" y="165048"/>
                  <a:pt x="57150" y="157163"/>
                </a:cubicBezTo>
                <a:close/>
                <a:moveTo>
                  <a:pt x="185738" y="57150"/>
                </a:moveTo>
                <a:cubicBezTo>
                  <a:pt x="193623" y="57150"/>
                  <a:pt x="200025" y="50748"/>
                  <a:pt x="200025" y="42863"/>
                </a:cubicBezTo>
                <a:cubicBezTo>
                  <a:pt x="200025" y="34977"/>
                  <a:pt x="193623" y="28575"/>
                  <a:pt x="185738" y="28575"/>
                </a:cubicBezTo>
                <a:cubicBezTo>
                  <a:pt x="177852" y="28575"/>
                  <a:pt x="171450" y="34977"/>
                  <a:pt x="171450" y="42863"/>
                </a:cubicBezTo>
                <a:cubicBezTo>
                  <a:pt x="171450" y="50748"/>
                  <a:pt x="177852" y="57150"/>
                  <a:pt x="185738" y="5715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02225" y="1438275"/>
            <a:ext cx="154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Dijkstra's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02225" y="1743075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Guaranteed optimal path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54525" y="2452688"/>
            <a:ext cx="3286125" cy="952500"/>
          </a:xfrm>
          <a:prstGeom prst="roundRect">
            <a:avLst>
              <a:gd name="adj" fmla="val 8000"/>
            </a:avLst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35500" y="264318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74384" y="19883"/>
                </a:moveTo>
                <a:cubicBezTo>
                  <a:pt x="77480" y="15627"/>
                  <a:pt x="76527" y="9674"/>
                  <a:pt x="72271" y="6578"/>
                </a:cubicBezTo>
                <a:cubicBezTo>
                  <a:pt x="68014" y="3483"/>
                  <a:pt x="62061" y="4435"/>
                  <a:pt x="58966" y="8692"/>
                </a:cubicBezTo>
                <a:lnTo>
                  <a:pt x="27414" y="52060"/>
                </a:lnTo>
                <a:lnTo>
                  <a:pt x="16252" y="40898"/>
                </a:lnTo>
                <a:cubicBezTo>
                  <a:pt x="12531" y="37177"/>
                  <a:pt x="6489" y="37177"/>
                  <a:pt x="2768" y="40898"/>
                </a:cubicBezTo>
                <a:cubicBezTo>
                  <a:pt x="-952" y="44619"/>
                  <a:pt x="-952" y="50661"/>
                  <a:pt x="2768" y="54382"/>
                </a:cubicBezTo>
                <a:lnTo>
                  <a:pt x="21818" y="73432"/>
                </a:lnTo>
                <a:cubicBezTo>
                  <a:pt x="23783" y="75396"/>
                  <a:pt x="26521" y="76408"/>
                  <a:pt x="29289" y="76200"/>
                </a:cubicBezTo>
                <a:cubicBezTo>
                  <a:pt x="32058" y="75992"/>
                  <a:pt x="34617" y="74563"/>
                  <a:pt x="36255" y="72301"/>
                </a:cubicBezTo>
                <a:lnTo>
                  <a:pt x="74355" y="19913"/>
                </a:lnTo>
                <a:close/>
                <a:moveTo>
                  <a:pt x="112484" y="60365"/>
                </a:moveTo>
                <a:cubicBezTo>
                  <a:pt x="115580" y="56108"/>
                  <a:pt x="114627" y="50155"/>
                  <a:pt x="110371" y="47059"/>
                </a:cubicBezTo>
                <a:cubicBezTo>
                  <a:pt x="106114" y="43964"/>
                  <a:pt x="100161" y="44916"/>
                  <a:pt x="97066" y="49173"/>
                </a:cubicBezTo>
                <a:lnTo>
                  <a:pt x="46464" y="118735"/>
                </a:lnTo>
                <a:lnTo>
                  <a:pt x="25777" y="98048"/>
                </a:lnTo>
                <a:cubicBezTo>
                  <a:pt x="22056" y="94327"/>
                  <a:pt x="16014" y="94327"/>
                  <a:pt x="12293" y="98048"/>
                </a:cubicBezTo>
                <a:cubicBezTo>
                  <a:pt x="8572" y="101769"/>
                  <a:pt x="8572" y="107811"/>
                  <a:pt x="12293" y="111532"/>
                </a:cubicBezTo>
                <a:lnTo>
                  <a:pt x="40868" y="140107"/>
                </a:lnTo>
                <a:cubicBezTo>
                  <a:pt x="42833" y="142071"/>
                  <a:pt x="45571" y="143083"/>
                  <a:pt x="48339" y="142875"/>
                </a:cubicBezTo>
                <a:cubicBezTo>
                  <a:pt x="51108" y="142667"/>
                  <a:pt x="53667" y="141238"/>
                  <a:pt x="55305" y="138976"/>
                </a:cubicBezTo>
                <a:lnTo>
                  <a:pt x="112455" y="60394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87913" y="2605088"/>
            <a:ext cx="2771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Solution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87913" y="2871788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Guarantees the shortest path between any two nodes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54525" y="5929313"/>
            <a:ext cx="3286125" cy="9525"/>
          </a:xfrm>
          <a:prstGeom prst="roundRect">
            <a:avLst>
              <a:gd name="adj" fmla="val 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454525" y="6086475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 Weighted graphs, guaranteed accuracy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32762" y="1223963"/>
            <a:ext cx="3676650" cy="5248275"/>
          </a:xfrm>
          <a:prstGeom prst="roundRect">
            <a:avLst>
              <a:gd name="adj" fmla="val 3109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328025" y="141922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494712" y="15716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4288" y="57150"/>
                </a:moveTo>
                <a:cubicBezTo>
                  <a:pt x="6385" y="57150"/>
                  <a:pt x="0" y="63535"/>
                  <a:pt x="0" y="71438"/>
                </a:cubicBezTo>
                <a:cubicBezTo>
                  <a:pt x="0" y="79340"/>
                  <a:pt x="6385" y="85725"/>
                  <a:pt x="14288" y="85725"/>
                </a:cubicBezTo>
                <a:lnTo>
                  <a:pt x="185738" y="85725"/>
                </a:lnTo>
                <a:cubicBezTo>
                  <a:pt x="193640" y="85725"/>
                  <a:pt x="200025" y="79340"/>
                  <a:pt x="200025" y="71438"/>
                </a:cubicBezTo>
                <a:cubicBezTo>
                  <a:pt x="200025" y="63535"/>
                  <a:pt x="193640" y="57150"/>
                  <a:pt x="185738" y="57150"/>
                </a:cubicBezTo>
                <a:lnTo>
                  <a:pt x="14288" y="57150"/>
                </a:lnTo>
                <a:close/>
                <a:moveTo>
                  <a:pt x="14288" y="142875"/>
                </a:moveTo>
                <a:cubicBezTo>
                  <a:pt x="6385" y="142875"/>
                  <a:pt x="0" y="149260"/>
                  <a:pt x="0" y="157163"/>
                </a:cubicBezTo>
                <a:cubicBezTo>
                  <a:pt x="0" y="165065"/>
                  <a:pt x="6385" y="171450"/>
                  <a:pt x="14288" y="171450"/>
                </a:cubicBezTo>
                <a:lnTo>
                  <a:pt x="185738" y="171450"/>
                </a:lnTo>
                <a:cubicBezTo>
                  <a:pt x="193640" y="171450"/>
                  <a:pt x="200025" y="165065"/>
                  <a:pt x="200025" y="157163"/>
                </a:cubicBezTo>
                <a:cubicBezTo>
                  <a:pt x="200025" y="149260"/>
                  <a:pt x="193640" y="142875"/>
                  <a:pt x="185738" y="142875"/>
                </a:cubicBezTo>
                <a:lnTo>
                  <a:pt x="14288" y="142875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975725" y="1438275"/>
            <a:ext cx="118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Similarity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975725" y="1743075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 comparison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28025" y="2357438"/>
            <a:ext cx="3286125" cy="952500"/>
          </a:xfrm>
          <a:prstGeom prst="roundRect">
            <a:avLst>
              <a:gd name="adj" fmla="val 8000"/>
            </a:avLst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475662" y="254793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525" y="35540"/>
                </a:moveTo>
                <a:cubicBezTo>
                  <a:pt x="3840" y="32266"/>
                  <a:pt x="0" y="26104"/>
                  <a:pt x="0" y="19050"/>
                </a:cubicBezTo>
                <a:cubicBezTo>
                  <a:pt x="0" y="8543"/>
                  <a:pt x="8543" y="0"/>
                  <a:pt x="19050" y="0"/>
                </a:cubicBezTo>
                <a:cubicBezTo>
                  <a:pt x="26104" y="0"/>
                  <a:pt x="32266" y="3840"/>
                  <a:pt x="35540" y="9525"/>
                </a:cubicBezTo>
                <a:lnTo>
                  <a:pt x="135880" y="9525"/>
                </a:lnTo>
                <a:cubicBezTo>
                  <a:pt x="139184" y="3840"/>
                  <a:pt x="145316" y="0"/>
                  <a:pt x="152370" y="0"/>
                </a:cubicBezTo>
                <a:cubicBezTo>
                  <a:pt x="162877" y="0"/>
                  <a:pt x="171420" y="8543"/>
                  <a:pt x="171420" y="19050"/>
                </a:cubicBezTo>
                <a:cubicBezTo>
                  <a:pt x="171420" y="26104"/>
                  <a:pt x="167580" y="32266"/>
                  <a:pt x="161895" y="35540"/>
                </a:cubicBezTo>
                <a:lnTo>
                  <a:pt x="161895" y="116830"/>
                </a:lnTo>
                <a:cubicBezTo>
                  <a:pt x="167580" y="120134"/>
                  <a:pt x="171420" y="126266"/>
                  <a:pt x="171420" y="133320"/>
                </a:cubicBezTo>
                <a:cubicBezTo>
                  <a:pt x="171420" y="143828"/>
                  <a:pt x="162877" y="152370"/>
                  <a:pt x="152370" y="152370"/>
                </a:cubicBezTo>
                <a:cubicBezTo>
                  <a:pt x="145316" y="152370"/>
                  <a:pt x="139154" y="148530"/>
                  <a:pt x="135880" y="142845"/>
                </a:cubicBezTo>
                <a:lnTo>
                  <a:pt x="35540" y="142845"/>
                </a:lnTo>
                <a:cubicBezTo>
                  <a:pt x="32236" y="148530"/>
                  <a:pt x="26104" y="152370"/>
                  <a:pt x="19050" y="152370"/>
                </a:cubicBezTo>
                <a:cubicBezTo>
                  <a:pt x="8543" y="152370"/>
                  <a:pt x="0" y="143828"/>
                  <a:pt x="0" y="133320"/>
                </a:cubicBezTo>
                <a:cubicBezTo>
                  <a:pt x="0" y="126266"/>
                  <a:pt x="3840" y="120104"/>
                  <a:pt x="9525" y="116830"/>
                </a:cubicBezTo>
                <a:lnTo>
                  <a:pt x="9525" y="35540"/>
                </a:lnTo>
                <a:close/>
                <a:moveTo>
                  <a:pt x="142875" y="35540"/>
                </a:moveTo>
                <a:cubicBezTo>
                  <a:pt x="139988" y="33873"/>
                  <a:pt x="137577" y="31462"/>
                  <a:pt x="135910" y="28575"/>
                </a:cubicBezTo>
                <a:lnTo>
                  <a:pt x="35540" y="28575"/>
                </a:lnTo>
                <a:cubicBezTo>
                  <a:pt x="33873" y="31462"/>
                  <a:pt x="31462" y="33873"/>
                  <a:pt x="28575" y="35540"/>
                </a:cubicBezTo>
                <a:lnTo>
                  <a:pt x="28575" y="116830"/>
                </a:lnTo>
                <a:cubicBezTo>
                  <a:pt x="31462" y="118497"/>
                  <a:pt x="33873" y="120908"/>
                  <a:pt x="35540" y="123795"/>
                </a:cubicBezTo>
                <a:lnTo>
                  <a:pt x="135880" y="123795"/>
                </a:lnTo>
                <a:cubicBezTo>
                  <a:pt x="137547" y="120908"/>
                  <a:pt x="139958" y="118497"/>
                  <a:pt x="142845" y="116830"/>
                </a:cubicBezTo>
                <a:lnTo>
                  <a:pt x="142845" y="35540"/>
                </a:lnTo>
                <a:close/>
                <a:moveTo>
                  <a:pt x="42863" y="52388"/>
                </a:moveTo>
                <a:cubicBezTo>
                  <a:pt x="42863" y="47119"/>
                  <a:pt x="47119" y="42863"/>
                  <a:pt x="52388" y="42863"/>
                </a:cubicBezTo>
                <a:lnTo>
                  <a:pt x="85725" y="42863"/>
                </a:lnTo>
                <a:cubicBezTo>
                  <a:pt x="90994" y="42863"/>
                  <a:pt x="95250" y="47119"/>
                  <a:pt x="95250" y="52388"/>
                </a:cubicBezTo>
                <a:lnTo>
                  <a:pt x="95250" y="71438"/>
                </a:lnTo>
                <a:cubicBezTo>
                  <a:pt x="95250" y="76706"/>
                  <a:pt x="90994" y="80962"/>
                  <a:pt x="85725" y="80962"/>
                </a:cubicBezTo>
                <a:lnTo>
                  <a:pt x="52388" y="80962"/>
                </a:lnTo>
                <a:cubicBezTo>
                  <a:pt x="47119" y="80962"/>
                  <a:pt x="42863" y="76706"/>
                  <a:pt x="42863" y="71438"/>
                </a:cubicBezTo>
                <a:lnTo>
                  <a:pt x="42863" y="52388"/>
                </a:lnTo>
                <a:close/>
                <a:moveTo>
                  <a:pt x="76200" y="95250"/>
                </a:moveTo>
                <a:lnTo>
                  <a:pt x="85725" y="95250"/>
                </a:lnTo>
                <a:cubicBezTo>
                  <a:pt x="98881" y="95250"/>
                  <a:pt x="109537" y="84594"/>
                  <a:pt x="109537" y="71438"/>
                </a:cubicBezTo>
                <a:lnTo>
                  <a:pt x="119062" y="71438"/>
                </a:lnTo>
                <a:cubicBezTo>
                  <a:pt x="124331" y="71438"/>
                  <a:pt x="128588" y="75694"/>
                  <a:pt x="128588" y="80962"/>
                </a:cubicBezTo>
                <a:lnTo>
                  <a:pt x="128588" y="100013"/>
                </a:lnTo>
                <a:cubicBezTo>
                  <a:pt x="128588" y="105281"/>
                  <a:pt x="124331" y="109537"/>
                  <a:pt x="119062" y="109537"/>
                </a:cubicBezTo>
                <a:lnTo>
                  <a:pt x="85725" y="109537"/>
                </a:lnTo>
                <a:cubicBezTo>
                  <a:pt x="80456" y="109537"/>
                  <a:pt x="76200" y="105281"/>
                  <a:pt x="76200" y="100013"/>
                </a:cubicBezTo>
                <a:lnTo>
                  <a:pt x="76200" y="95250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756332" y="2509838"/>
            <a:ext cx="278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Structural Analysis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756332" y="2776538"/>
            <a:ext cx="2771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Compares graph topology and node-edge relationships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28025" y="3462338"/>
            <a:ext cx="3286125" cy="952500"/>
          </a:xfrm>
          <a:prstGeom prst="roundRect">
            <a:avLst>
              <a:gd name="adj" fmla="val 8000"/>
            </a:avLst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504237" y="365283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57150" y="38100"/>
                </a:moveTo>
                <a:cubicBezTo>
                  <a:pt x="57150" y="22329"/>
                  <a:pt x="44346" y="9525"/>
                  <a:pt x="28575" y="9525"/>
                </a:cubicBezTo>
                <a:cubicBezTo>
                  <a:pt x="12804" y="9525"/>
                  <a:pt x="0" y="22329"/>
                  <a:pt x="0" y="38100"/>
                </a:cubicBezTo>
                <a:cubicBezTo>
                  <a:pt x="0" y="53871"/>
                  <a:pt x="12804" y="66675"/>
                  <a:pt x="28575" y="66675"/>
                </a:cubicBezTo>
                <a:cubicBezTo>
                  <a:pt x="44346" y="66675"/>
                  <a:pt x="57150" y="53871"/>
                  <a:pt x="57150" y="38100"/>
                </a:cubicBezTo>
                <a:close/>
                <a:moveTo>
                  <a:pt x="133350" y="114300"/>
                </a:moveTo>
                <a:cubicBezTo>
                  <a:pt x="133350" y="98529"/>
                  <a:pt x="120546" y="85725"/>
                  <a:pt x="104775" y="85725"/>
                </a:cubicBezTo>
                <a:cubicBezTo>
                  <a:pt x="89004" y="85725"/>
                  <a:pt x="76200" y="98529"/>
                  <a:pt x="76200" y="114300"/>
                </a:cubicBezTo>
                <a:cubicBezTo>
                  <a:pt x="76200" y="130071"/>
                  <a:pt x="89004" y="142875"/>
                  <a:pt x="104775" y="142875"/>
                </a:cubicBezTo>
                <a:cubicBezTo>
                  <a:pt x="120546" y="142875"/>
                  <a:pt x="133350" y="130071"/>
                  <a:pt x="133350" y="114300"/>
                </a:cubicBezTo>
                <a:close/>
                <a:moveTo>
                  <a:pt x="130552" y="25777"/>
                </a:moveTo>
                <a:cubicBezTo>
                  <a:pt x="134273" y="22056"/>
                  <a:pt x="134273" y="16014"/>
                  <a:pt x="130552" y="12293"/>
                </a:cubicBezTo>
                <a:cubicBezTo>
                  <a:pt x="126831" y="8573"/>
                  <a:pt x="120789" y="8573"/>
                  <a:pt x="117068" y="12293"/>
                </a:cubicBezTo>
                <a:lnTo>
                  <a:pt x="2768" y="126593"/>
                </a:lnTo>
                <a:cubicBezTo>
                  <a:pt x="-952" y="130314"/>
                  <a:pt x="-952" y="136356"/>
                  <a:pt x="2768" y="140077"/>
                </a:cubicBezTo>
                <a:cubicBezTo>
                  <a:pt x="6489" y="143798"/>
                  <a:pt x="12531" y="143798"/>
                  <a:pt x="16252" y="140077"/>
                </a:cubicBezTo>
                <a:lnTo>
                  <a:pt x="130552" y="25777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772049" y="3614738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Similarity Score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772049" y="3881438"/>
            <a:ext cx="2752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Quantifies pattern similarity with numerical output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28025" y="4567238"/>
            <a:ext cx="3286125" cy="952500"/>
          </a:xfrm>
          <a:prstGeom prst="roundRect">
            <a:avLst>
              <a:gd name="adj" fmla="val 8000"/>
            </a:avLst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485187" y="47577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753792" y="4719638"/>
            <a:ext cx="278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 Matching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753792" y="4986338"/>
            <a:ext cx="2771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Identifies maze families with similar structural properties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328025" y="5929313"/>
            <a:ext cx="3286125" cy="9525"/>
          </a:xfrm>
          <a:prstGeom prst="roundRect">
            <a:avLst>
              <a:gd name="adj" fmla="val 0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328025" y="6086475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 Pattern grouping, maze classification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26256" y="5715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3867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Structures Used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3971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Implementation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223963"/>
            <a:ext cx="11420475" cy="581025"/>
          </a:xfrm>
          <a:prstGeom prst="roundRect">
            <a:avLst>
              <a:gd name="adj" fmla="val 19672"/>
            </a:avLst>
          </a:prstGeom>
          <a:solidFill>
            <a:srgbClr val="112240"/>
          </a:solidFill>
          <a:ln w="12700">
            <a:solidFill>
              <a:srgbClr val="64FFD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1500" y="1400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60722"/>
                </a:moveTo>
                <a:cubicBezTo>
                  <a:pt x="120238" y="60722"/>
                  <a:pt x="125016" y="65499"/>
                  <a:pt x="125016" y="71438"/>
                </a:cubicBezTo>
                <a:lnTo>
                  <a:pt x="125016" y="121444"/>
                </a:lnTo>
                <a:cubicBezTo>
                  <a:pt x="125016" y="127382"/>
                  <a:pt x="120238" y="132159"/>
                  <a:pt x="114300" y="132159"/>
                </a:cubicBezTo>
                <a:cubicBezTo>
                  <a:pt x="108362" y="132159"/>
                  <a:pt x="103584" y="127382"/>
                  <a:pt x="103584" y="121444"/>
                </a:cubicBezTo>
                <a:lnTo>
                  <a:pt x="103584" y="71438"/>
                </a:lnTo>
                <a:cubicBezTo>
                  <a:pt x="103584" y="65499"/>
                  <a:pt x="108362" y="60722"/>
                  <a:pt x="114300" y="60722"/>
                </a:cubicBezTo>
                <a:close/>
                <a:moveTo>
                  <a:pt x="102379" y="157163"/>
                </a:moveTo>
                <a:cubicBezTo>
                  <a:pt x="102108" y="152738"/>
                  <a:pt x="104314" y="148528"/>
                  <a:pt x="108108" y="146233"/>
                </a:cubicBezTo>
                <a:cubicBezTo>
                  <a:pt x="111901" y="143939"/>
                  <a:pt x="116654" y="143939"/>
                  <a:pt x="120448" y="146233"/>
                </a:cubicBezTo>
                <a:cubicBezTo>
                  <a:pt x="124241" y="148528"/>
                  <a:pt x="126448" y="152738"/>
                  <a:pt x="126176" y="157162"/>
                </a:cubicBezTo>
                <a:cubicBezTo>
                  <a:pt x="126448" y="161587"/>
                  <a:pt x="124241" y="165797"/>
                  <a:pt x="120448" y="168092"/>
                </a:cubicBezTo>
                <a:cubicBezTo>
                  <a:pt x="116654" y="170386"/>
                  <a:pt x="111901" y="170386"/>
                  <a:pt x="108108" y="168092"/>
                </a:cubicBezTo>
                <a:cubicBezTo>
                  <a:pt x="104314" y="165797"/>
                  <a:pt x="102108" y="161587"/>
                  <a:pt x="102379" y="157163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2975" y="1381125"/>
            <a:ext cx="7324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Important:</a:t>
            </a:r>
            <a:r>
              <a:rPr lang="en-US" sz="135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core data structures were implemented </a:t>
            </a:r>
            <a:r>
              <a:rPr lang="en-US" sz="135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manually in Java</a:t>
            </a:r>
            <a:r>
              <a:rPr lang="en-US" sz="135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external libraries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2005013"/>
            <a:ext cx="2733675" cy="1895475"/>
          </a:xfrm>
          <a:prstGeom prst="roundRect">
            <a:avLst>
              <a:gd name="adj" fmla="val 6030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85900" y="216217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38300" y="2314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67485" y="2809875"/>
            <a:ext cx="57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9587" y="3152775"/>
            <a:ext cx="248602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 structure containing nodes and edges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81363" y="2005013"/>
            <a:ext cx="2733675" cy="1895475"/>
          </a:xfrm>
          <a:prstGeom prst="roundRect">
            <a:avLst>
              <a:gd name="adj" fmla="val 6030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81500" y="216217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33900" y="2314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83209" y="2809875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 Nodes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91560" y="3152775"/>
            <a:ext cx="2114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Individual vertices with coordinates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6963" y="2005013"/>
            <a:ext cx="2733675" cy="1895475"/>
          </a:xfrm>
          <a:prstGeom prst="roundRect">
            <a:avLst>
              <a:gd name="adj" fmla="val 6030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77100" y="216217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43788" y="23145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114300"/>
                </a:moveTo>
                <a:cubicBezTo>
                  <a:pt x="0" y="106397"/>
                  <a:pt x="6385" y="100013"/>
                  <a:pt x="14288" y="100013"/>
                </a:cubicBezTo>
                <a:lnTo>
                  <a:pt x="185738" y="100013"/>
                </a:lnTo>
                <a:cubicBezTo>
                  <a:pt x="193640" y="100013"/>
                  <a:pt x="200025" y="106397"/>
                  <a:pt x="200025" y="114300"/>
                </a:cubicBezTo>
                <a:cubicBezTo>
                  <a:pt x="200025" y="122203"/>
                  <a:pt x="193640" y="128588"/>
                  <a:pt x="185738" y="128588"/>
                </a:cubicBezTo>
                <a:lnTo>
                  <a:pt x="14288" y="128588"/>
                </a:lnTo>
                <a:cubicBezTo>
                  <a:pt x="6385" y="128588"/>
                  <a:pt x="0" y="122203"/>
                  <a:pt x="0" y="11430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88810" y="2809875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 Edges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084" y="3152775"/>
            <a:ext cx="155257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Connections with weights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72563" y="2005013"/>
            <a:ext cx="2733675" cy="1895475"/>
          </a:xfrm>
          <a:prstGeom prst="roundRect">
            <a:avLst>
              <a:gd name="adj" fmla="val 6030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172700" y="216217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325100" y="2314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859" y="21431"/>
                </a:moveTo>
                <a:cubicBezTo>
                  <a:pt x="11921" y="21431"/>
                  <a:pt x="7144" y="26209"/>
                  <a:pt x="7144" y="32147"/>
                </a:cubicBezTo>
                <a:lnTo>
                  <a:pt x="7144" y="53578"/>
                </a:lnTo>
                <a:cubicBezTo>
                  <a:pt x="7144" y="59516"/>
                  <a:pt x="11921" y="64294"/>
                  <a:pt x="17859" y="64294"/>
                </a:cubicBezTo>
                <a:lnTo>
                  <a:pt x="39291" y="64294"/>
                </a:lnTo>
                <a:cubicBezTo>
                  <a:pt x="45229" y="64294"/>
                  <a:pt x="50006" y="59516"/>
                  <a:pt x="50006" y="53578"/>
                </a:cubicBezTo>
                <a:lnTo>
                  <a:pt x="50006" y="32147"/>
                </a:lnTo>
                <a:cubicBezTo>
                  <a:pt x="50006" y="26209"/>
                  <a:pt x="45229" y="21431"/>
                  <a:pt x="39291" y="21431"/>
                </a:cubicBezTo>
                <a:lnTo>
                  <a:pt x="17859" y="21431"/>
                </a:lnTo>
                <a:close/>
                <a:moveTo>
                  <a:pt x="85725" y="28575"/>
                </a:moveTo>
                <a:cubicBezTo>
                  <a:pt x="77822" y="28575"/>
                  <a:pt x="71438" y="34960"/>
                  <a:pt x="71438" y="42863"/>
                </a:cubicBezTo>
                <a:cubicBezTo>
                  <a:pt x="71438" y="50765"/>
                  <a:pt x="77822" y="57150"/>
                  <a:pt x="85725" y="57150"/>
                </a:cubicBezTo>
                <a:lnTo>
                  <a:pt x="214313" y="57150"/>
                </a:lnTo>
                <a:cubicBezTo>
                  <a:pt x="222215" y="57150"/>
                  <a:pt x="228600" y="50765"/>
                  <a:pt x="228600" y="42863"/>
                </a:cubicBezTo>
                <a:cubicBezTo>
                  <a:pt x="228600" y="34960"/>
                  <a:pt x="222215" y="28575"/>
                  <a:pt x="214313" y="28575"/>
                </a:cubicBezTo>
                <a:lnTo>
                  <a:pt x="85725" y="28575"/>
                </a:lnTo>
                <a:close/>
                <a:moveTo>
                  <a:pt x="85725" y="100013"/>
                </a:moveTo>
                <a:cubicBezTo>
                  <a:pt x="77822" y="100013"/>
                  <a:pt x="71438" y="106397"/>
                  <a:pt x="71438" y="114300"/>
                </a:cubicBezTo>
                <a:cubicBezTo>
                  <a:pt x="71438" y="122203"/>
                  <a:pt x="77822" y="128588"/>
                  <a:pt x="85725" y="128588"/>
                </a:cubicBezTo>
                <a:lnTo>
                  <a:pt x="214313" y="128588"/>
                </a:lnTo>
                <a:cubicBezTo>
                  <a:pt x="222215" y="128588"/>
                  <a:pt x="228600" y="122203"/>
                  <a:pt x="228600" y="114300"/>
                </a:cubicBezTo>
                <a:cubicBezTo>
                  <a:pt x="228600" y="106397"/>
                  <a:pt x="222215" y="100013"/>
                  <a:pt x="214313" y="100013"/>
                </a:cubicBezTo>
                <a:lnTo>
                  <a:pt x="85725" y="100013"/>
                </a:lnTo>
                <a:close/>
                <a:moveTo>
                  <a:pt x="85725" y="171450"/>
                </a:moveTo>
                <a:cubicBezTo>
                  <a:pt x="77822" y="171450"/>
                  <a:pt x="71438" y="177835"/>
                  <a:pt x="71438" y="185738"/>
                </a:cubicBezTo>
                <a:cubicBezTo>
                  <a:pt x="71438" y="193640"/>
                  <a:pt x="77822" y="200025"/>
                  <a:pt x="85725" y="200025"/>
                </a:cubicBezTo>
                <a:lnTo>
                  <a:pt x="214313" y="200025"/>
                </a:lnTo>
                <a:cubicBezTo>
                  <a:pt x="222215" y="200025"/>
                  <a:pt x="228600" y="193640"/>
                  <a:pt x="228600" y="185738"/>
                </a:cubicBezTo>
                <a:cubicBezTo>
                  <a:pt x="228600" y="177835"/>
                  <a:pt x="222215" y="171450"/>
                  <a:pt x="214313" y="171450"/>
                </a:cubicBezTo>
                <a:lnTo>
                  <a:pt x="85725" y="171450"/>
                </a:lnTo>
                <a:close/>
                <a:moveTo>
                  <a:pt x="7144" y="103584"/>
                </a:moveTo>
                <a:lnTo>
                  <a:pt x="7144" y="125016"/>
                </a:lnTo>
                <a:cubicBezTo>
                  <a:pt x="7144" y="130954"/>
                  <a:pt x="11921" y="135731"/>
                  <a:pt x="17859" y="135731"/>
                </a:cubicBezTo>
                <a:lnTo>
                  <a:pt x="39291" y="135731"/>
                </a:lnTo>
                <a:cubicBezTo>
                  <a:pt x="45229" y="135731"/>
                  <a:pt x="50006" y="130954"/>
                  <a:pt x="50006" y="125016"/>
                </a:cubicBezTo>
                <a:lnTo>
                  <a:pt x="50006" y="103584"/>
                </a:lnTo>
                <a:cubicBezTo>
                  <a:pt x="50006" y="97646"/>
                  <a:pt x="45229" y="92869"/>
                  <a:pt x="39291" y="92869"/>
                </a:cubicBezTo>
                <a:lnTo>
                  <a:pt x="17859" y="92869"/>
                </a:lnTo>
                <a:cubicBezTo>
                  <a:pt x="11921" y="92869"/>
                  <a:pt x="7144" y="97646"/>
                  <a:pt x="7144" y="103584"/>
                </a:cubicBezTo>
                <a:close/>
                <a:moveTo>
                  <a:pt x="17859" y="164306"/>
                </a:moveTo>
                <a:cubicBezTo>
                  <a:pt x="11921" y="164306"/>
                  <a:pt x="7144" y="169084"/>
                  <a:pt x="7144" y="175022"/>
                </a:cubicBezTo>
                <a:lnTo>
                  <a:pt x="7144" y="196453"/>
                </a:lnTo>
                <a:cubicBezTo>
                  <a:pt x="7144" y="202391"/>
                  <a:pt x="11921" y="207169"/>
                  <a:pt x="17859" y="207169"/>
                </a:cubicBezTo>
                <a:lnTo>
                  <a:pt x="39291" y="207169"/>
                </a:lnTo>
                <a:cubicBezTo>
                  <a:pt x="45229" y="207169"/>
                  <a:pt x="50006" y="202391"/>
                  <a:pt x="50006" y="196453"/>
                </a:cubicBezTo>
                <a:lnTo>
                  <a:pt x="50006" y="175022"/>
                </a:lnTo>
                <a:cubicBezTo>
                  <a:pt x="50006" y="169084"/>
                  <a:pt x="45229" y="164306"/>
                  <a:pt x="39291" y="164306"/>
                </a:cubicBezTo>
                <a:lnTo>
                  <a:pt x="17859" y="164306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959022" y="2809875"/>
            <a:ext cx="96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Linked List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57093" y="3152775"/>
            <a:ext cx="136207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node storage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5763" y="4062412"/>
            <a:ext cx="2733675" cy="1704975"/>
          </a:xfrm>
          <a:prstGeom prst="roundRect">
            <a:avLst>
              <a:gd name="adj" fmla="val 6704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485900" y="421957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638300" y="43719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448911" y="4867275"/>
            <a:ext cx="609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Queue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4890" y="5210175"/>
            <a:ext cx="14573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BFS traversal operations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81363" y="4062412"/>
            <a:ext cx="2733675" cy="1704975"/>
          </a:xfrm>
          <a:prstGeom prst="roundRect">
            <a:avLst>
              <a:gd name="adj" fmla="val 6704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381500" y="421957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 rot="10800000">
            <a:off x="4533900" y="43719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378166" y="4867275"/>
            <a:ext cx="542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Stack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0965" y="5210175"/>
            <a:ext cx="1476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DFS traversal operations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76963" y="4062412"/>
            <a:ext cx="2733675" cy="1704975"/>
          </a:xfrm>
          <a:prstGeom prst="roundRect">
            <a:avLst>
              <a:gd name="adj" fmla="val 6704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277100" y="421957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415213" y="43719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10103" y="167253"/>
                </a:moveTo>
                <a:lnTo>
                  <a:pt x="67241" y="210116"/>
                </a:lnTo>
                <a:cubicBezTo>
                  <a:pt x="61659" y="215697"/>
                  <a:pt x="52596" y="215697"/>
                  <a:pt x="47015" y="210116"/>
                </a:cubicBezTo>
                <a:lnTo>
                  <a:pt x="4152" y="167253"/>
                </a:lnTo>
                <a:cubicBezTo>
                  <a:pt x="-1429" y="161672"/>
                  <a:pt x="-1429" y="152608"/>
                  <a:pt x="4152" y="147027"/>
                </a:cubicBezTo>
                <a:cubicBezTo>
                  <a:pt x="9733" y="141446"/>
                  <a:pt x="18797" y="141446"/>
                  <a:pt x="24378" y="147027"/>
                </a:cubicBezTo>
                <a:lnTo>
                  <a:pt x="42863" y="165512"/>
                </a:lnTo>
                <a:lnTo>
                  <a:pt x="42863" y="28575"/>
                </a:lnTo>
                <a:cubicBezTo>
                  <a:pt x="42863" y="20672"/>
                  <a:pt x="49247" y="14288"/>
                  <a:pt x="57150" y="14288"/>
                </a:cubicBezTo>
                <a:cubicBezTo>
                  <a:pt x="65053" y="14288"/>
                  <a:pt x="71438" y="20672"/>
                  <a:pt x="71438" y="28575"/>
                </a:cubicBezTo>
                <a:lnTo>
                  <a:pt x="71438" y="165512"/>
                </a:lnTo>
                <a:lnTo>
                  <a:pt x="89922" y="147027"/>
                </a:lnTo>
                <a:cubicBezTo>
                  <a:pt x="95503" y="141446"/>
                  <a:pt x="104567" y="141446"/>
                  <a:pt x="110148" y="147027"/>
                </a:cubicBezTo>
                <a:cubicBezTo>
                  <a:pt x="115729" y="152608"/>
                  <a:pt x="115729" y="161672"/>
                  <a:pt x="110148" y="167253"/>
                </a:cubicBezTo>
                <a:close/>
                <a:moveTo>
                  <a:pt x="142875" y="214313"/>
                </a:moveTo>
                <a:cubicBezTo>
                  <a:pt x="134972" y="214313"/>
                  <a:pt x="128588" y="207928"/>
                  <a:pt x="128588" y="200025"/>
                </a:cubicBezTo>
                <a:cubicBezTo>
                  <a:pt x="128588" y="192122"/>
                  <a:pt x="134972" y="185738"/>
                  <a:pt x="142875" y="185738"/>
                </a:cubicBezTo>
                <a:lnTo>
                  <a:pt x="157163" y="185738"/>
                </a:lnTo>
                <a:cubicBezTo>
                  <a:pt x="165065" y="185738"/>
                  <a:pt x="171450" y="192122"/>
                  <a:pt x="171450" y="200025"/>
                </a:cubicBezTo>
                <a:cubicBezTo>
                  <a:pt x="171450" y="207928"/>
                  <a:pt x="165065" y="214313"/>
                  <a:pt x="157163" y="214313"/>
                </a:cubicBezTo>
                <a:lnTo>
                  <a:pt x="142875" y="214313"/>
                </a:lnTo>
                <a:close/>
                <a:moveTo>
                  <a:pt x="142875" y="157163"/>
                </a:moveTo>
                <a:cubicBezTo>
                  <a:pt x="134972" y="157163"/>
                  <a:pt x="128588" y="150778"/>
                  <a:pt x="128588" y="142875"/>
                </a:cubicBezTo>
                <a:cubicBezTo>
                  <a:pt x="128588" y="134972"/>
                  <a:pt x="134972" y="128588"/>
                  <a:pt x="142875" y="128588"/>
                </a:cubicBez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142875" y="157163"/>
                </a:lnTo>
                <a:close/>
                <a:moveTo>
                  <a:pt x="142875" y="100013"/>
                </a:moveTo>
                <a:cubicBezTo>
                  <a:pt x="134972" y="100013"/>
                  <a:pt x="128588" y="93628"/>
                  <a:pt x="128588" y="85725"/>
                </a:cubicBezTo>
                <a:cubicBezTo>
                  <a:pt x="128588" y="77822"/>
                  <a:pt x="134972" y="71438"/>
                  <a:pt x="142875" y="71438"/>
                </a:cubicBezTo>
                <a:lnTo>
                  <a:pt x="214313" y="71438"/>
                </a:lnTo>
                <a:cubicBezTo>
                  <a:pt x="222215" y="71438"/>
                  <a:pt x="228600" y="77822"/>
                  <a:pt x="228600" y="85725"/>
                </a:cubicBezTo>
                <a:cubicBezTo>
                  <a:pt x="228600" y="93628"/>
                  <a:pt x="222215" y="100013"/>
                  <a:pt x="214313" y="100013"/>
                </a:cubicBezTo>
                <a:lnTo>
                  <a:pt x="142875" y="100013"/>
                </a:lnTo>
                <a:close/>
                <a:moveTo>
                  <a:pt x="142875" y="42863"/>
                </a:moveTo>
                <a:cubicBezTo>
                  <a:pt x="134972" y="42863"/>
                  <a:pt x="128588" y="36478"/>
                  <a:pt x="128588" y="28575"/>
                </a:cubicBezTo>
                <a:cubicBezTo>
                  <a:pt x="128588" y="20672"/>
                  <a:pt x="134972" y="14288"/>
                  <a:pt x="142875" y="14288"/>
                </a:cubicBezTo>
                <a:lnTo>
                  <a:pt x="242888" y="14288"/>
                </a:lnTo>
                <a:cubicBezTo>
                  <a:pt x="250790" y="14288"/>
                  <a:pt x="257175" y="20672"/>
                  <a:pt x="257175" y="28575"/>
                </a:cubicBezTo>
                <a:cubicBezTo>
                  <a:pt x="257175" y="36478"/>
                  <a:pt x="250790" y="42863"/>
                  <a:pt x="242888" y="42863"/>
                </a:cubicBezTo>
                <a:lnTo>
                  <a:pt x="142875" y="42863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26898" y="486727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Priority Queue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79895" y="5210175"/>
            <a:ext cx="1524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A* and Dijkstra's ordering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072563" y="4062412"/>
            <a:ext cx="2733675" cy="1704975"/>
          </a:xfrm>
          <a:prstGeom prst="roundRect">
            <a:avLst>
              <a:gd name="adj" fmla="val 6704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0172700" y="421957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0325100" y="43719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1431"/>
                </a:moveTo>
                <a:cubicBezTo>
                  <a:pt x="228600" y="16475"/>
                  <a:pt x="226055" y="11876"/>
                  <a:pt x="221813" y="9287"/>
                </a:cubicBezTo>
                <a:cubicBezTo>
                  <a:pt x="217572" y="6697"/>
                  <a:pt x="212348" y="6429"/>
                  <a:pt x="207928" y="8662"/>
                </a:cubicBezTo>
                <a:lnTo>
                  <a:pt x="156046" y="34603"/>
                </a:lnTo>
                <a:lnTo>
                  <a:pt x="75947" y="7858"/>
                </a:lnTo>
                <a:cubicBezTo>
                  <a:pt x="72330" y="6653"/>
                  <a:pt x="68446" y="6921"/>
                  <a:pt x="65053" y="8617"/>
                </a:cubicBezTo>
                <a:lnTo>
                  <a:pt x="7903" y="37192"/>
                </a:lnTo>
                <a:cubicBezTo>
                  <a:pt x="3036" y="39648"/>
                  <a:pt x="0" y="44604"/>
                  <a:pt x="0" y="50006"/>
                </a:cubicBezTo>
                <a:lnTo>
                  <a:pt x="0" y="207169"/>
                </a:lnTo>
                <a:cubicBezTo>
                  <a:pt x="0" y="212125"/>
                  <a:pt x="2545" y="216724"/>
                  <a:pt x="6787" y="219313"/>
                </a:cubicBezTo>
                <a:cubicBezTo>
                  <a:pt x="11028" y="221903"/>
                  <a:pt x="16252" y="222171"/>
                  <a:pt x="20672" y="219938"/>
                </a:cubicBezTo>
                <a:lnTo>
                  <a:pt x="72509" y="193997"/>
                </a:lnTo>
                <a:lnTo>
                  <a:pt x="152608" y="220697"/>
                </a:lnTo>
                <a:cubicBezTo>
                  <a:pt x="156225" y="221903"/>
                  <a:pt x="160109" y="221635"/>
                  <a:pt x="163503" y="219938"/>
                </a:cubicBezTo>
                <a:lnTo>
                  <a:pt x="220653" y="191363"/>
                </a:lnTo>
                <a:cubicBezTo>
                  <a:pt x="225475" y="188952"/>
                  <a:pt x="228555" y="183996"/>
                  <a:pt x="228555" y="178594"/>
                </a:cubicBezTo>
                <a:lnTo>
                  <a:pt x="228555" y="21431"/>
                </a:lnTo>
                <a:close/>
                <a:moveTo>
                  <a:pt x="85725" y="168280"/>
                </a:moveTo>
                <a:lnTo>
                  <a:pt x="85725" y="41255"/>
                </a:lnTo>
                <a:lnTo>
                  <a:pt x="142875" y="60320"/>
                </a:lnTo>
                <a:lnTo>
                  <a:pt x="142875" y="187345"/>
                </a:lnTo>
                <a:lnTo>
                  <a:pt x="85725" y="168280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993630" y="4867275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Hash Map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469279" y="5210175"/>
            <a:ext cx="19431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node lookup by coordinates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85763" y="5967413"/>
            <a:ext cx="11420475" cy="504825"/>
          </a:xfrm>
          <a:prstGeom prst="roundRect">
            <a:avLst>
              <a:gd name="adj" fmla="val 22642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182053" y="6143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429703" y="6124575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 traversal support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054793" y="6143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302443" y="6124575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Pathfinding operations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847999" y="6143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095649" y="6124575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 storage &amp; retrieval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759315" y="6143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0006965" y="6124575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Similarity analysis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3"/>
          <p:cNvSpPr/>
          <p:nvPr/>
        </p:nvSpPr>
        <p:spPr>
          <a:xfrm>
            <a:off x="6224588" y="1223963"/>
            <a:ext cx="5591175" cy="2281237"/>
          </a:xfrm>
          <a:prstGeom prst="roundRect">
            <a:avLst>
              <a:gd name="adj" fmla="val 4528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002B5BF9-1A00-6952-42C1-B156F1C370D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4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215064" y="1223963"/>
            <a:ext cx="5600699" cy="5138737"/>
          </a:xfrm>
          <a:prstGeom prst="rect">
            <a:avLst/>
          </a:prstGeom>
          <a:effectLst>
            <a:glow rad="63500">
              <a:schemeClr val="accent1">
                <a:alpha val="40000"/>
              </a:schemeClr>
            </a:glow>
            <a:outerShdw blurRad="1270000" dist="50800" dir="6000000" algn="ctr" rotWithShape="0">
              <a:srgbClr val="000000">
                <a:alpha val="0"/>
              </a:srgbClr>
            </a:outerShdw>
            <a:softEdge rad="0"/>
          </a:effectLst>
        </p:spPr>
      </p:pic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90538" y="5715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3812" y="35719"/>
                </a:moveTo>
                <a:cubicBezTo>
                  <a:pt x="23812" y="22585"/>
                  <a:pt x="34491" y="11906"/>
                  <a:pt x="47625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214313" y="125016"/>
                </a:lnTo>
                <a:lnTo>
                  <a:pt x="190500" y="125016"/>
                </a:lnTo>
                <a:lnTo>
                  <a:pt x="190500" y="35719"/>
                </a:lnTo>
                <a:lnTo>
                  <a:pt x="47625" y="35719"/>
                </a:lnTo>
                <a:lnTo>
                  <a:pt x="47625" y="125016"/>
                </a:lnTo>
                <a:lnTo>
                  <a:pt x="23812" y="125016"/>
                </a:lnTo>
                <a:lnTo>
                  <a:pt x="23812" y="35719"/>
                </a:lnTo>
                <a:close/>
                <a:moveTo>
                  <a:pt x="0" y="150019"/>
                </a:moveTo>
                <a:cubicBezTo>
                  <a:pt x="0" y="146075"/>
                  <a:pt x="3200" y="142875"/>
                  <a:pt x="7144" y="142875"/>
                </a:cubicBezTo>
                <a:lnTo>
                  <a:pt x="230981" y="142875"/>
                </a:lnTo>
                <a:cubicBezTo>
                  <a:pt x="234925" y="142875"/>
                  <a:pt x="238125" y="146075"/>
                  <a:pt x="238125" y="150019"/>
                </a:cubicBezTo>
                <a:cubicBezTo>
                  <a:pt x="238125" y="165795"/>
                  <a:pt x="225326" y="178594"/>
                  <a:pt x="209550" y="178594"/>
                </a:cubicBezTo>
                <a:lnTo>
                  <a:pt x="28575" y="178594"/>
                </a:lnTo>
                <a:cubicBezTo>
                  <a:pt x="12799" y="178594"/>
                  <a:pt x="0" y="165795"/>
                  <a:pt x="0" y="150019"/>
                </a:cubicBezTo>
                <a:close/>
                <a:moveTo>
                  <a:pt x="104552" y="77763"/>
                </a:moveTo>
                <a:lnTo>
                  <a:pt x="93018" y="89297"/>
                </a:lnTo>
                <a:lnTo>
                  <a:pt x="104552" y="100831"/>
                </a:lnTo>
                <a:cubicBezTo>
                  <a:pt x="108049" y="104329"/>
                  <a:pt x="108049" y="109984"/>
                  <a:pt x="104552" y="113444"/>
                </a:cubicBezTo>
                <a:cubicBezTo>
                  <a:pt x="101054" y="116904"/>
                  <a:pt x="95399" y="116942"/>
                  <a:pt x="91939" y="113444"/>
                </a:cubicBezTo>
                <a:lnTo>
                  <a:pt x="74079" y="95585"/>
                </a:lnTo>
                <a:cubicBezTo>
                  <a:pt x="70582" y="92087"/>
                  <a:pt x="70582" y="86432"/>
                  <a:pt x="74079" y="82972"/>
                </a:cubicBezTo>
                <a:lnTo>
                  <a:pt x="91939" y="65112"/>
                </a:lnTo>
                <a:cubicBezTo>
                  <a:pt x="95436" y="61615"/>
                  <a:pt x="101092" y="61615"/>
                  <a:pt x="104552" y="65112"/>
                </a:cubicBezTo>
                <a:cubicBezTo>
                  <a:pt x="108012" y="68610"/>
                  <a:pt x="108049" y="74265"/>
                  <a:pt x="104552" y="77725"/>
                </a:cubicBezTo>
                <a:close/>
                <a:moveTo>
                  <a:pt x="146224" y="65112"/>
                </a:moveTo>
                <a:lnTo>
                  <a:pt x="164083" y="82972"/>
                </a:lnTo>
                <a:cubicBezTo>
                  <a:pt x="167580" y="86469"/>
                  <a:pt x="167580" y="92125"/>
                  <a:pt x="164083" y="95585"/>
                </a:cubicBezTo>
                <a:lnTo>
                  <a:pt x="146224" y="113444"/>
                </a:lnTo>
                <a:cubicBezTo>
                  <a:pt x="142726" y="116942"/>
                  <a:pt x="137071" y="116942"/>
                  <a:pt x="133610" y="113444"/>
                </a:cubicBezTo>
                <a:cubicBezTo>
                  <a:pt x="130150" y="109947"/>
                  <a:pt x="130113" y="104291"/>
                  <a:pt x="133610" y="100831"/>
                </a:cubicBezTo>
                <a:lnTo>
                  <a:pt x="145145" y="89297"/>
                </a:lnTo>
                <a:lnTo>
                  <a:pt x="133610" y="77763"/>
                </a:lnTo>
                <a:cubicBezTo>
                  <a:pt x="130113" y="74265"/>
                  <a:pt x="130113" y="68610"/>
                  <a:pt x="133610" y="65150"/>
                </a:cubicBezTo>
                <a:cubicBezTo>
                  <a:pt x="137108" y="61689"/>
                  <a:pt x="142763" y="61652"/>
                  <a:pt x="146224" y="6515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290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Technologies Used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223963"/>
            <a:ext cx="5591175" cy="5248275"/>
          </a:xfrm>
          <a:prstGeom prst="roundRect">
            <a:avLst>
              <a:gd name="adj" fmla="val 2178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33413" y="14954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04875" y="1457325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8175" y="2628900"/>
            <a:ext cx="5105400" cy="876300"/>
          </a:xfrm>
          <a:custGeom>
            <a:avLst/>
            <a:gdLst/>
            <a:ahLst/>
            <a:cxnLst/>
            <a:rect l="l" t="t" r="r" b="b"/>
            <a:pathLst>
              <a:path w="5105400" h="876300">
                <a:moveTo>
                  <a:pt x="38100" y="0"/>
                </a:moveTo>
                <a:lnTo>
                  <a:pt x="5029200" y="0"/>
                </a:lnTo>
                <a:cubicBezTo>
                  <a:pt x="5071256" y="0"/>
                  <a:pt x="5105400" y="34144"/>
                  <a:pt x="5105400" y="76200"/>
                </a:cubicBezTo>
                <a:lnTo>
                  <a:pt x="5105400" y="800100"/>
                </a:lnTo>
                <a:cubicBezTo>
                  <a:pt x="5105400" y="842156"/>
                  <a:pt x="5071256" y="876300"/>
                  <a:pt x="5029200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8175" y="26289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6775" y="28003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24033" y="139705"/>
                </a:moveTo>
                <a:cubicBezTo>
                  <a:pt x="128409" y="136714"/>
                  <a:pt x="134481" y="134124"/>
                  <a:pt x="134481" y="134124"/>
                </a:cubicBezTo>
                <a:cubicBezTo>
                  <a:pt x="134481" y="134124"/>
                  <a:pt x="117202" y="137249"/>
                  <a:pt x="100013" y="138678"/>
                </a:cubicBezTo>
                <a:cubicBezTo>
                  <a:pt x="78983" y="140419"/>
                  <a:pt x="56391" y="140777"/>
                  <a:pt x="45050" y="139258"/>
                </a:cubicBezTo>
                <a:cubicBezTo>
                  <a:pt x="18217" y="135687"/>
                  <a:pt x="59784" y="125819"/>
                  <a:pt x="59784" y="125819"/>
                </a:cubicBezTo>
                <a:cubicBezTo>
                  <a:pt x="59784" y="125819"/>
                  <a:pt x="43666" y="124748"/>
                  <a:pt x="23798" y="134302"/>
                </a:cubicBezTo>
                <a:cubicBezTo>
                  <a:pt x="357" y="145643"/>
                  <a:pt x="81841" y="150822"/>
                  <a:pt x="124033" y="139705"/>
                </a:cubicBezTo>
                <a:close/>
                <a:moveTo>
                  <a:pt x="85904" y="125373"/>
                </a:moveTo>
                <a:cubicBezTo>
                  <a:pt x="77420" y="106308"/>
                  <a:pt x="48801" y="89565"/>
                  <a:pt x="85904" y="60275"/>
                </a:cubicBezTo>
                <a:cubicBezTo>
                  <a:pt x="132204" y="23753"/>
                  <a:pt x="108451" y="0"/>
                  <a:pt x="108451" y="0"/>
                </a:cubicBezTo>
                <a:cubicBezTo>
                  <a:pt x="118050" y="37728"/>
                  <a:pt x="74697" y="49158"/>
                  <a:pt x="59025" y="72598"/>
                </a:cubicBezTo>
                <a:cubicBezTo>
                  <a:pt x="48354" y="88627"/>
                  <a:pt x="64249" y="105817"/>
                  <a:pt x="85904" y="125373"/>
                </a:cubicBezTo>
                <a:close/>
                <a:moveTo>
                  <a:pt x="137071" y="46702"/>
                </a:moveTo>
                <a:cubicBezTo>
                  <a:pt x="137115" y="46702"/>
                  <a:pt x="58847" y="66258"/>
                  <a:pt x="96217" y="109299"/>
                </a:cubicBezTo>
                <a:cubicBezTo>
                  <a:pt x="107246" y="121980"/>
                  <a:pt x="93315" y="133410"/>
                  <a:pt x="93315" y="133410"/>
                </a:cubicBezTo>
                <a:cubicBezTo>
                  <a:pt x="93315" y="133410"/>
                  <a:pt x="121310" y="118943"/>
                  <a:pt x="108451" y="100861"/>
                </a:cubicBezTo>
                <a:cubicBezTo>
                  <a:pt x="96441" y="83984"/>
                  <a:pt x="87243" y="75590"/>
                  <a:pt x="137071" y="46702"/>
                </a:cubicBezTo>
                <a:close/>
                <a:moveTo>
                  <a:pt x="134347" y="167476"/>
                </a:moveTo>
                <a:cubicBezTo>
                  <a:pt x="134124" y="167923"/>
                  <a:pt x="133811" y="168280"/>
                  <a:pt x="133454" y="168637"/>
                </a:cubicBezTo>
                <a:cubicBezTo>
                  <a:pt x="190738" y="153591"/>
                  <a:pt x="169664" y="115550"/>
                  <a:pt x="142295" y="125194"/>
                </a:cubicBezTo>
                <a:cubicBezTo>
                  <a:pt x="140821" y="125730"/>
                  <a:pt x="139526" y="126712"/>
                  <a:pt x="138633" y="128007"/>
                </a:cubicBezTo>
                <a:cubicBezTo>
                  <a:pt x="140241" y="127427"/>
                  <a:pt x="141893" y="126980"/>
                  <a:pt x="143545" y="126668"/>
                </a:cubicBezTo>
                <a:cubicBezTo>
                  <a:pt x="157386" y="123765"/>
                  <a:pt x="177254" y="145197"/>
                  <a:pt x="134347" y="167476"/>
                </a:cubicBezTo>
                <a:close/>
                <a:moveTo>
                  <a:pt x="155377" y="195292"/>
                </a:moveTo>
                <a:cubicBezTo>
                  <a:pt x="155377" y="195292"/>
                  <a:pt x="161851" y="200605"/>
                  <a:pt x="148277" y="204758"/>
                </a:cubicBezTo>
                <a:cubicBezTo>
                  <a:pt x="122426" y="212571"/>
                  <a:pt x="40764" y="214938"/>
                  <a:pt x="18083" y="205070"/>
                </a:cubicBezTo>
                <a:cubicBezTo>
                  <a:pt x="9912" y="201543"/>
                  <a:pt x="25226" y="196587"/>
                  <a:pt x="30048" y="195560"/>
                </a:cubicBezTo>
                <a:cubicBezTo>
                  <a:pt x="35049" y="194489"/>
                  <a:pt x="37951" y="194667"/>
                  <a:pt x="37951" y="194667"/>
                </a:cubicBezTo>
                <a:cubicBezTo>
                  <a:pt x="28888" y="188282"/>
                  <a:pt x="-20672" y="207213"/>
                  <a:pt x="12769" y="212616"/>
                </a:cubicBezTo>
                <a:cubicBezTo>
                  <a:pt x="103942" y="227439"/>
                  <a:pt x="179040" y="205963"/>
                  <a:pt x="155377" y="195292"/>
                </a:cubicBezTo>
                <a:close/>
                <a:moveTo>
                  <a:pt x="55587" y="176808"/>
                </a:moveTo>
                <a:cubicBezTo>
                  <a:pt x="20449" y="186630"/>
                  <a:pt x="76974" y="206901"/>
                  <a:pt x="121712" y="187747"/>
                </a:cubicBezTo>
                <a:cubicBezTo>
                  <a:pt x="117336" y="186050"/>
                  <a:pt x="113139" y="183996"/>
                  <a:pt x="109121" y="181585"/>
                </a:cubicBezTo>
                <a:cubicBezTo>
                  <a:pt x="89163" y="185380"/>
                  <a:pt x="79921" y="185648"/>
                  <a:pt x="61793" y="183594"/>
                </a:cubicBezTo>
                <a:cubicBezTo>
                  <a:pt x="46836" y="181898"/>
                  <a:pt x="55587" y="176808"/>
                  <a:pt x="55587" y="176808"/>
                </a:cubicBezTo>
                <a:close/>
                <a:moveTo>
                  <a:pt x="135865" y="220206"/>
                </a:moveTo>
                <a:cubicBezTo>
                  <a:pt x="100727" y="226814"/>
                  <a:pt x="57373" y="226055"/>
                  <a:pt x="31700" y="221813"/>
                </a:cubicBezTo>
                <a:cubicBezTo>
                  <a:pt x="31700" y="221769"/>
                  <a:pt x="36969" y="226144"/>
                  <a:pt x="64026" y="227886"/>
                </a:cubicBezTo>
                <a:cubicBezTo>
                  <a:pt x="105192" y="230520"/>
                  <a:pt x="168414" y="226412"/>
                  <a:pt x="169887" y="206946"/>
                </a:cubicBezTo>
                <a:cubicBezTo>
                  <a:pt x="169887" y="206946"/>
                  <a:pt x="167030" y="214313"/>
                  <a:pt x="135865" y="220206"/>
                </a:cubicBezTo>
                <a:close/>
                <a:moveTo>
                  <a:pt x="116398" y="157609"/>
                </a:moveTo>
                <a:cubicBezTo>
                  <a:pt x="89967" y="162699"/>
                  <a:pt x="74652" y="162565"/>
                  <a:pt x="55319" y="160556"/>
                </a:cubicBezTo>
                <a:cubicBezTo>
                  <a:pt x="40362" y="158993"/>
                  <a:pt x="50140" y="151760"/>
                  <a:pt x="50140" y="151760"/>
                </a:cubicBezTo>
                <a:cubicBezTo>
                  <a:pt x="11385" y="164619"/>
                  <a:pt x="71661" y="179174"/>
                  <a:pt x="125819" y="163324"/>
                </a:cubicBezTo>
                <a:cubicBezTo>
                  <a:pt x="122337" y="162074"/>
                  <a:pt x="119122" y="160154"/>
                  <a:pt x="116398" y="157609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09675" y="2781300"/>
            <a:ext cx="504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9625" y="3124200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programming language for all algorithms and data structures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8175" y="3657600"/>
            <a:ext cx="5105400" cy="876300"/>
          </a:xfrm>
          <a:custGeom>
            <a:avLst/>
            <a:gdLst/>
            <a:ahLst/>
            <a:cxnLst/>
            <a:rect l="l" t="t" r="r" b="b"/>
            <a:pathLst>
              <a:path w="5105400" h="876300">
                <a:moveTo>
                  <a:pt x="38100" y="0"/>
                </a:moveTo>
                <a:lnTo>
                  <a:pt x="5029200" y="0"/>
                </a:lnTo>
                <a:cubicBezTo>
                  <a:pt x="5071256" y="0"/>
                  <a:pt x="5105400" y="34144"/>
                  <a:pt x="5105400" y="76200"/>
                </a:cubicBezTo>
                <a:lnTo>
                  <a:pt x="5105400" y="800100"/>
                </a:lnTo>
                <a:cubicBezTo>
                  <a:pt x="5105400" y="842156"/>
                  <a:pt x="5071256" y="876300"/>
                  <a:pt x="5029200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8175" y="36576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8200" y="3829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lose/>
                <a:moveTo>
                  <a:pt x="39291" y="57150"/>
                </a:moveTo>
                <a:lnTo>
                  <a:pt x="189309" y="57150"/>
                </a:lnTo>
                <a:cubicBezTo>
                  <a:pt x="195248" y="57150"/>
                  <a:pt x="200025" y="61927"/>
                  <a:pt x="200025" y="67866"/>
                </a:cubicBezTo>
                <a:cubicBezTo>
                  <a:pt x="200025" y="73804"/>
                  <a:pt x="195248" y="78581"/>
                  <a:pt x="189309" y="78581"/>
                </a:cubicBezTo>
                <a:lnTo>
                  <a:pt x="39291" y="78581"/>
                </a:lnTo>
                <a:cubicBezTo>
                  <a:pt x="33352" y="78581"/>
                  <a:pt x="28575" y="73804"/>
                  <a:pt x="28575" y="67866"/>
                </a:cubicBezTo>
                <a:cubicBezTo>
                  <a:pt x="28575" y="61927"/>
                  <a:pt x="33352" y="57150"/>
                  <a:pt x="39291" y="5715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09675" y="3810000"/>
            <a:ext cx="75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JavaFX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9625" y="4152900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Graphical user interface framework for desktop application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8175" y="4686300"/>
            <a:ext cx="5105400" cy="876300"/>
          </a:xfrm>
          <a:custGeom>
            <a:avLst/>
            <a:gdLst/>
            <a:ahLst/>
            <a:cxnLst/>
            <a:rect l="l" t="t" r="r" b="b"/>
            <a:pathLst>
              <a:path w="5105400" h="876300">
                <a:moveTo>
                  <a:pt x="38100" y="0"/>
                </a:moveTo>
                <a:lnTo>
                  <a:pt x="5029200" y="0"/>
                </a:lnTo>
                <a:cubicBezTo>
                  <a:pt x="5071256" y="0"/>
                  <a:pt x="5105400" y="34144"/>
                  <a:pt x="5105400" y="76200"/>
                </a:cubicBezTo>
                <a:lnTo>
                  <a:pt x="5105400" y="800100"/>
                </a:lnTo>
                <a:cubicBezTo>
                  <a:pt x="5105400" y="842156"/>
                  <a:pt x="5071256" y="876300"/>
                  <a:pt x="5029200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8175" y="46863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38200" y="4857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4197" y="52953"/>
                </a:moveTo>
                <a:cubicBezTo>
                  <a:pt x="-1384" y="47372"/>
                  <a:pt x="-1384" y="38308"/>
                  <a:pt x="4197" y="32727"/>
                </a:cubicBezTo>
                <a:cubicBezTo>
                  <a:pt x="9778" y="27146"/>
                  <a:pt x="18842" y="27146"/>
                  <a:pt x="24423" y="32727"/>
                </a:cubicBezTo>
                <a:lnTo>
                  <a:pt x="95860" y="104165"/>
                </a:lnTo>
                <a:cubicBezTo>
                  <a:pt x="101441" y="109746"/>
                  <a:pt x="101441" y="118809"/>
                  <a:pt x="95860" y="124391"/>
                </a:cubicBezTo>
                <a:lnTo>
                  <a:pt x="24423" y="195828"/>
                </a:lnTo>
                <a:cubicBezTo>
                  <a:pt x="18842" y="201409"/>
                  <a:pt x="9778" y="201409"/>
                  <a:pt x="4197" y="195828"/>
                </a:cubicBezTo>
                <a:cubicBezTo>
                  <a:pt x="-1384" y="190247"/>
                  <a:pt x="-1384" y="181183"/>
                  <a:pt x="4197" y="175602"/>
                </a:cubicBezTo>
                <a:lnTo>
                  <a:pt x="65499" y="114300"/>
                </a:lnTo>
                <a:lnTo>
                  <a:pt x="4197" y="52953"/>
                </a:lnTo>
                <a:close/>
                <a:moveTo>
                  <a:pt x="100013" y="171450"/>
                </a:move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100013" y="200025"/>
                </a:lnTo>
                <a:cubicBezTo>
                  <a:pt x="92110" y="200025"/>
                  <a:pt x="85725" y="193640"/>
                  <a:pt x="85725" y="185738"/>
                </a:cubicBezTo>
                <a:cubicBezTo>
                  <a:pt x="85725" y="177835"/>
                  <a:pt x="92110" y="171450"/>
                  <a:pt x="100013" y="17145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09675" y="4838700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Eclipse IDE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9625" y="5181600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environment for coding and debugging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48425" y="145732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705600" y="1419226"/>
            <a:ext cx="502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Features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19850" y="1876426"/>
            <a:ext cx="2543175" cy="419100"/>
          </a:xfrm>
          <a:prstGeom prst="roundRect">
            <a:avLst>
              <a:gd name="adj" fmla="val 18182"/>
            </a:avLst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562725" y="200977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32534"/>
                </a:moveTo>
                <a:lnTo>
                  <a:pt x="76200" y="95250"/>
                </a:lnTo>
                <a:cubicBezTo>
                  <a:pt x="76200" y="100519"/>
                  <a:pt x="71944" y="104775"/>
                  <a:pt x="66675" y="104775"/>
                </a:cubicBezTo>
                <a:cubicBezTo>
                  <a:pt x="61406" y="104775"/>
                  <a:pt x="57150" y="100519"/>
                  <a:pt x="57150" y="95250"/>
                </a:cubicBezTo>
                <a:lnTo>
                  <a:pt x="57150" y="32534"/>
                </a:lnTo>
                <a:lnTo>
                  <a:pt x="44827" y="44857"/>
                </a:lnTo>
                <a:cubicBezTo>
                  <a:pt x="41106" y="48578"/>
                  <a:pt x="35064" y="48578"/>
                  <a:pt x="31343" y="44857"/>
                </a:cubicBezTo>
                <a:cubicBezTo>
                  <a:pt x="27622" y="41136"/>
                  <a:pt x="27622" y="35094"/>
                  <a:pt x="31343" y="31373"/>
                </a:cubicBezTo>
                <a:lnTo>
                  <a:pt x="59918" y="2798"/>
                </a:lnTo>
                <a:cubicBezTo>
                  <a:pt x="63639" y="-923"/>
                  <a:pt x="69681" y="-923"/>
                  <a:pt x="73402" y="2798"/>
                </a:cubicBezTo>
                <a:lnTo>
                  <a:pt x="101977" y="31373"/>
                </a:lnTo>
                <a:cubicBezTo>
                  <a:pt x="105698" y="35094"/>
                  <a:pt x="105698" y="41136"/>
                  <a:pt x="101977" y="44857"/>
                </a:cubicBezTo>
                <a:cubicBezTo>
                  <a:pt x="98256" y="48578"/>
                  <a:pt x="92214" y="48578"/>
                  <a:pt x="88493" y="44857"/>
                </a:cubicBezTo>
                <a:lnTo>
                  <a:pt x="76200" y="32534"/>
                </a:lnTo>
                <a:close/>
                <a:moveTo>
                  <a:pt x="66675" y="119062"/>
                </a:moveTo>
                <a:cubicBezTo>
                  <a:pt x="79831" y="119062"/>
                  <a:pt x="90488" y="108406"/>
                  <a:pt x="90488" y="95250"/>
                </a:cubicBezTo>
                <a:lnTo>
                  <a:pt x="114300" y="95250"/>
                </a:lnTo>
                <a:cubicBezTo>
                  <a:pt x="124807" y="95250"/>
                  <a:pt x="133350" y="103793"/>
                  <a:pt x="133350" y="1143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114300"/>
                </a:lnTo>
                <a:cubicBezTo>
                  <a:pt x="0" y="103793"/>
                  <a:pt x="8543" y="95250"/>
                  <a:pt x="19050" y="95250"/>
                </a:cubicBezTo>
                <a:lnTo>
                  <a:pt x="42863" y="95250"/>
                </a:lnTo>
                <a:cubicBezTo>
                  <a:pt x="42863" y="108406"/>
                  <a:pt x="53519" y="119062"/>
                  <a:pt x="66675" y="119062"/>
                </a:cubicBezTo>
                <a:close/>
                <a:moveTo>
                  <a:pt x="109537" y="126206"/>
                </a:moveTo>
                <a:cubicBezTo>
                  <a:pt x="113480" y="126206"/>
                  <a:pt x="116681" y="123005"/>
                  <a:pt x="116681" y="119062"/>
                </a:cubicBezTo>
                <a:cubicBezTo>
                  <a:pt x="116681" y="115120"/>
                  <a:pt x="113480" y="111919"/>
                  <a:pt x="109537" y="111919"/>
                </a:cubicBezTo>
                <a:cubicBezTo>
                  <a:pt x="105595" y="111919"/>
                  <a:pt x="102394" y="115120"/>
                  <a:pt x="102394" y="119062"/>
                </a:cubicBezTo>
                <a:cubicBezTo>
                  <a:pt x="102394" y="123005"/>
                  <a:pt x="105595" y="126206"/>
                  <a:pt x="109537" y="126206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00850" y="1990726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Upload maze images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077325" y="1876426"/>
            <a:ext cx="2543175" cy="419100"/>
          </a:xfrm>
          <a:prstGeom prst="roundRect">
            <a:avLst>
              <a:gd name="adj" fmla="val 18182"/>
            </a:avLst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239250" y="2009776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57150" y="84653"/>
                </a:moveTo>
                <a:cubicBezTo>
                  <a:pt x="76230" y="80337"/>
                  <a:pt x="90488" y="63252"/>
                  <a:pt x="90488" y="42863"/>
                </a:cubicBezTo>
                <a:cubicBezTo>
                  <a:pt x="90488" y="19199"/>
                  <a:pt x="71289" y="0"/>
                  <a:pt x="47625" y="0"/>
                </a:cubicBezTo>
                <a:cubicBezTo>
                  <a:pt x="23961" y="0"/>
                  <a:pt x="4763" y="19199"/>
                  <a:pt x="4763" y="42863"/>
                </a:cubicBezTo>
                <a:cubicBezTo>
                  <a:pt x="4763" y="63252"/>
                  <a:pt x="19020" y="80337"/>
                  <a:pt x="38100" y="84653"/>
                </a:cubicBezTo>
                <a:lnTo>
                  <a:pt x="38100" y="142875"/>
                </a:lnTo>
                <a:cubicBezTo>
                  <a:pt x="38100" y="148144"/>
                  <a:pt x="42356" y="152400"/>
                  <a:pt x="47625" y="152400"/>
                </a:cubicBezTo>
                <a:cubicBezTo>
                  <a:pt x="52894" y="152400"/>
                  <a:pt x="57150" y="148144"/>
                  <a:pt x="57150" y="142875"/>
                </a:cubicBezTo>
                <a:lnTo>
                  <a:pt x="57150" y="84653"/>
                </a:lnTo>
                <a:close/>
                <a:moveTo>
                  <a:pt x="50006" y="28575"/>
                </a:moveTo>
                <a:cubicBezTo>
                  <a:pt x="40809" y="28575"/>
                  <a:pt x="33338" y="36046"/>
                  <a:pt x="33338" y="45244"/>
                </a:cubicBezTo>
                <a:cubicBezTo>
                  <a:pt x="33338" y="49203"/>
                  <a:pt x="30153" y="52388"/>
                  <a:pt x="26194" y="52388"/>
                </a:cubicBezTo>
                <a:cubicBezTo>
                  <a:pt x="22235" y="52388"/>
                  <a:pt x="19050" y="49203"/>
                  <a:pt x="19050" y="45244"/>
                </a:cubicBezTo>
                <a:cubicBezTo>
                  <a:pt x="19050" y="28158"/>
                  <a:pt x="32921" y="14288"/>
                  <a:pt x="50006" y="14288"/>
                </a:cubicBezTo>
                <a:cubicBezTo>
                  <a:pt x="53965" y="14288"/>
                  <a:pt x="57150" y="17472"/>
                  <a:pt x="57150" y="21431"/>
                </a:cubicBezTo>
                <a:cubicBezTo>
                  <a:pt x="57150" y="25390"/>
                  <a:pt x="53965" y="28575"/>
                  <a:pt x="50006" y="28575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458325" y="1990726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start/end points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19850" y="2409826"/>
            <a:ext cx="2543175" cy="419100"/>
          </a:xfrm>
          <a:prstGeom prst="roundRect">
            <a:avLst>
              <a:gd name="adj" fmla="val 18182"/>
            </a:avLst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562725" y="254317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7146" y="10984"/>
                </a:moveTo>
                <a:cubicBezTo>
                  <a:pt x="23455" y="8959"/>
                  <a:pt x="18990" y="9049"/>
                  <a:pt x="15359" y="11192"/>
                </a:cubicBezTo>
                <a:cubicBezTo>
                  <a:pt x="11728" y="13335"/>
                  <a:pt x="9525" y="17234"/>
                  <a:pt x="9525" y="21431"/>
                </a:cubicBezTo>
                <a:lnTo>
                  <a:pt x="9525" y="130969"/>
                </a:lnTo>
                <a:cubicBezTo>
                  <a:pt x="9525" y="135166"/>
                  <a:pt x="11757" y="139065"/>
                  <a:pt x="15359" y="141208"/>
                </a:cubicBezTo>
                <a:cubicBezTo>
                  <a:pt x="18961" y="143351"/>
                  <a:pt x="23455" y="143441"/>
                  <a:pt x="27146" y="141416"/>
                </a:cubicBezTo>
                <a:lnTo>
                  <a:pt x="127159" y="86648"/>
                </a:lnTo>
                <a:cubicBezTo>
                  <a:pt x="130969" y="84564"/>
                  <a:pt x="133350" y="80546"/>
                  <a:pt x="133350" y="76200"/>
                </a:cubicBezTo>
                <a:cubicBezTo>
                  <a:pt x="133350" y="71854"/>
                  <a:pt x="130969" y="67836"/>
                  <a:pt x="127159" y="65752"/>
                </a:cubicBezTo>
                <a:lnTo>
                  <a:pt x="27146" y="10984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00850" y="2524126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Solve maze dynamically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77325" y="2409826"/>
            <a:ext cx="2543175" cy="419100"/>
          </a:xfrm>
          <a:prstGeom prst="roundRect">
            <a:avLst>
              <a:gd name="adj" fmla="val 18182"/>
            </a:avLst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220200" y="254317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9525" y="38100"/>
                </a:moveTo>
                <a:cubicBezTo>
                  <a:pt x="4256" y="38100"/>
                  <a:pt x="0" y="42356"/>
                  <a:pt x="0" y="47625"/>
                </a:cubicBezTo>
                <a:cubicBezTo>
                  <a:pt x="0" y="52894"/>
                  <a:pt x="4256" y="57150"/>
                  <a:pt x="9525" y="57150"/>
                </a:cubicBezTo>
                <a:lnTo>
                  <a:pt x="123825" y="57150"/>
                </a:lnTo>
                <a:cubicBezTo>
                  <a:pt x="129094" y="57150"/>
                  <a:pt x="133350" y="52894"/>
                  <a:pt x="133350" y="47625"/>
                </a:cubicBezTo>
                <a:cubicBezTo>
                  <a:pt x="133350" y="42356"/>
                  <a:pt x="129094" y="38100"/>
                  <a:pt x="123825" y="38100"/>
                </a:cubicBezTo>
                <a:lnTo>
                  <a:pt x="9525" y="38100"/>
                </a:lnTo>
                <a:close/>
                <a:moveTo>
                  <a:pt x="9525" y="95250"/>
                </a:moveTo>
                <a:cubicBezTo>
                  <a:pt x="4256" y="95250"/>
                  <a:pt x="0" y="99506"/>
                  <a:pt x="0" y="104775"/>
                </a:cubicBezTo>
                <a:cubicBezTo>
                  <a:pt x="0" y="110044"/>
                  <a:pt x="4256" y="114300"/>
                  <a:pt x="9525" y="114300"/>
                </a:cubicBezTo>
                <a:lnTo>
                  <a:pt x="123825" y="114300"/>
                </a:lnTo>
                <a:cubicBezTo>
                  <a:pt x="129094" y="114300"/>
                  <a:pt x="133350" y="110044"/>
                  <a:pt x="133350" y="104775"/>
                </a:cubicBezTo>
                <a:cubicBezTo>
                  <a:pt x="133350" y="99506"/>
                  <a:pt x="129094" y="95250"/>
                  <a:pt x="123825" y="95250"/>
                </a:cubicBezTo>
                <a:lnTo>
                  <a:pt x="9525" y="95250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458325" y="2524126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similarities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19850" y="2943226"/>
            <a:ext cx="5200650" cy="419100"/>
          </a:xfrm>
          <a:prstGeom prst="roundRect">
            <a:avLst>
              <a:gd name="adj" fmla="val 18182"/>
            </a:avLst>
          </a:prstGeom>
          <a:solidFill>
            <a:srgbClr val="0A192F"/>
          </a:solidFill>
          <a:ln/>
          <a:effectLst>
            <a:outerShdw blurRad="50800" dist="50800" dir="5400000" algn="ctr" rotWithShape="0">
              <a:srgbClr val="000000">
                <a:alpha val="2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543675" y="3076576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800850" y="3057526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Visualize graph traversal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64FFD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4350" y="571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3362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Benefits and Impact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3467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6F1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&amp; Applications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223963"/>
            <a:ext cx="5591175" cy="5248275"/>
          </a:xfrm>
          <a:prstGeom prst="roundRect">
            <a:avLst>
              <a:gd name="adj" fmla="val 2178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5313" y="14573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6775" y="1419225"/>
            <a:ext cx="502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0075" y="2343150"/>
            <a:ext cx="5181600" cy="762000"/>
          </a:xfrm>
          <a:custGeom>
            <a:avLst/>
            <a:gdLst/>
            <a:ahLst/>
            <a:cxnLst/>
            <a:rect l="l" t="t" r="r" b="b"/>
            <a:pathLst>
              <a:path w="5181600" h="762000">
                <a:moveTo>
                  <a:pt x="381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685800"/>
                </a:lnTo>
                <a:cubicBezTo>
                  <a:pt x="5181600" y="727856"/>
                  <a:pt x="5147456" y="762000"/>
                  <a:pt x="51054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0075" y="234315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83431" y="25336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23950" y="2495550"/>
            <a:ext cx="3248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Graph Applications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23950" y="276225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Demonstrates real-world use of graph theory concepts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0075" y="3257550"/>
            <a:ext cx="5181600" cy="762000"/>
          </a:xfrm>
          <a:custGeom>
            <a:avLst/>
            <a:gdLst/>
            <a:ahLst/>
            <a:cxnLst/>
            <a:rect l="l" t="t" r="r" b="b"/>
            <a:pathLst>
              <a:path w="5181600" h="762000">
                <a:moveTo>
                  <a:pt x="381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685800"/>
                </a:lnTo>
                <a:cubicBezTo>
                  <a:pt x="5181600" y="727856"/>
                  <a:pt x="5147456" y="762000"/>
                  <a:pt x="51054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0075" y="325755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5338" y="3448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23950" y="340995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 Navigation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23950" y="3676650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Image-based pathfinding with optimized algorithms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0075" y="4171950"/>
            <a:ext cx="5181600" cy="762000"/>
          </a:xfrm>
          <a:custGeom>
            <a:avLst/>
            <a:gdLst/>
            <a:ahLst/>
            <a:cxnLst/>
            <a:rect l="l" t="t" r="r" b="b"/>
            <a:pathLst>
              <a:path w="5181600" h="762000">
                <a:moveTo>
                  <a:pt x="381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685800"/>
                </a:lnTo>
                <a:cubicBezTo>
                  <a:pt x="5181600" y="727856"/>
                  <a:pt x="5147456" y="762000"/>
                  <a:pt x="51054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0075" y="417195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83431" y="43624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23950" y="432435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Visualization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23950" y="4591050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representation of algorithm operations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0075" y="5086350"/>
            <a:ext cx="5181600" cy="762000"/>
          </a:xfrm>
          <a:custGeom>
            <a:avLst/>
            <a:gdLst/>
            <a:ahLst/>
            <a:cxnLst/>
            <a:rect l="l" t="t" r="r" b="b"/>
            <a:pathLst>
              <a:path w="5181600" h="762000">
                <a:moveTo>
                  <a:pt x="381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685800"/>
                </a:lnTo>
                <a:cubicBezTo>
                  <a:pt x="5181600" y="727856"/>
                  <a:pt x="5147456" y="762000"/>
                  <a:pt x="51054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0075" y="508635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95338" y="5276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23950" y="5238750"/>
            <a:ext cx="278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Generation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23950" y="5505450"/>
            <a:ext cx="2771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graph creation from any maze image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5063" y="1223963"/>
            <a:ext cx="5591175" cy="5248275"/>
          </a:xfrm>
          <a:prstGeom prst="roundRect">
            <a:avLst>
              <a:gd name="adj" fmla="val 2178"/>
            </a:avLst>
          </a:prstGeom>
          <a:solidFill>
            <a:srgbClr val="112240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38900" y="1457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96075" y="1419225"/>
            <a:ext cx="502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4FF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15088" y="2271713"/>
            <a:ext cx="2533650" cy="1133475"/>
          </a:xfrm>
          <a:prstGeom prst="roundRect">
            <a:avLst>
              <a:gd name="adj" fmla="val 6723"/>
            </a:avLst>
          </a:prstGeom>
          <a:solidFill>
            <a:srgbClr val="0A192F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505700" y="242887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96453" y="0"/>
                </a:moveTo>
                <a:cubicBezTo>
                  <a:pt x="196453" y="-9878"/>
                  <a:pt x="188472" y="-17859"/>
                  <a:pt x="178594" y="-17859"/>
                </a:cubicBezTo>
                <a:cubicBezTo>
                  <a:pt x="168715" y="-17859"/>
                  <a:pt x="160734" y="-9878"/>
                  <a:pt x="160734" y="0"/>
                </a:cubicBezTo>
                <a:lnTo>
                  <a:pt x="160734" y="35719"/>
                </a:lnTo>
                <a:lnTo>
                  <a:pt x="107156" y="35719"/>
                </a:lnTo>
                <a:cubicBezTo>
                  <a:pt x="77577" y="35719"/>
                  <a:pt x="53578" y="59717"/>
                  <a:pt x="53578" y="89297"/>
                </a:cubicBezTo>
                <a:lnTo>
                  <a:pt x="53578" y="214313"/>
                </a:lnTo>
                <a:cubicBezTo>
                  <a:pt x="53578" y="243892"/>
                  <a:pt x="77577" y="267891"/>
                  <a:pt x="107156" y="267891"/>
                </a:cubicBezTo>
                <a:lnTo>
                  <a:pt x="250031" y="267891"/>
                </a:lnTo>
                <a:cubicBezTo>
                  <a:pt x="279611" y="267891"/>
                  <a:pt x="303609" y="243892"/>
                  <a:pt x="303609" y="214313"/>
                </a:cubicBezTo>
                <a:lnTo>
                  <a:pt x="303609" y="89297"/>
                </a:lnTo>
                <a:cubicBezTo>
                  <a:pt x="303609" y="59717"/>
                  <a:pt x="279611" y="35719"/>
                  <a:pt x="250031" y="35719"/>
                </a:cubicBezTo>
                <a:lnTo>
                  <a:pt x="196453" y="35719"/>
                </a:lnTo>
                <a:lnTo>
                  <a:pt x="196453" y="0"/>
                </a:lnTo>
                <a:close/>
                <a:moveTo>
                  <a:pt x="89297" y="205383"/>
                </a:moveTo>
                <a:cubicBezTo>
                  <a:pt x="89297" y="197960"/>
                  <a:pt x="95269" y="191988"/>
                  <a:pt x="102691" y="191988"/>
                </a:cubicBezTo>
                <a:lnTo>
                  <a:pt x="120551" y="191988"/>
                </a:lnTo>
                <a:cubicBezTo>
                  <a:pt x="127974" y="191988"/>
                  <a:pt x="133945" y="197960"/>
                  <a:pt x="133945" y="205383"/>
                </a:cubicBezTo>
                <a:cubicBezTo>
                  <a:pt x="133945" y="212806"/>
                  <a:pt x="127974" y="218777"/>
                  <a:pt x="120551" y="218777"/>
                </a:cubicBezTo>
                <a:lnTo>
                  <a:pt x="102691" y="218777"/>
                </a:lnTo>
                <a:cubicBezTo>
                  <a:pt x="95269" y="218777"/>
                  <a:pt x="89297" y="212806"/>
                  <a:pt x="89297" y="205383"/>
                </a:cubicBezTo>
                <a:close/>
                <a:moveTo>
                  <a:pt x="156270" y="205383"/>
                </a:moveTo>
                <a:cubicBezTo>
                  <a:pt x="156270" y="197960"/>
                  <a:pt x="162241" y="191988"/>
                  <a:pt x="169664" y="191988"/>
                </a:cubicBezTo>
                <a:lnTo>
                  <a:pt x="187523" y="191988"/>
                </a:lnTo>
                <a:cubicBezTo>
                  <a:pt x="194946" y="191988"/>
                  <a:pt x="200918" y="197960"/>
                  <a:pt x="200918" y="205383"/>
                </a:cubicBezTo>
                <a:cubicBezTo>
                  <a:pt x="200918" y="212806"/>
                  <a:pt x="194946" y="218777"/>
                  <a:pt x="187523" y="218777"/>
                </a:cubicBezTo>
                <a:lnTo>
                  <a:pt x="169664" y="218777"/>
                </a:lnTo>
                <a:cubicBezTo>
                  <a:pt x="162241" y="218777"/>
                  <a:pt x="156270" y="212806"/>
                  <a:pt x="156270" y="205383"/>
                </a:cubicBezTo>
                <a:close/>
                <a:moveTo>
                  <a:pt x="223242" y="205383"/>
                </a:moveTo>
                <a:cubicBezTo>
                  <a:pt x="223242" y="197960"/>
                  <a:pt x="229214" y="191988"/>
                  <a:pt x="236637" y="191988"/>
                </a:cubicBezTo>
                <a:lnTo>
                  <a:pt x="254496" y="191988"/>
                </a:lnTo>
                <a:cubicBezTo>
                  <a:pt x="261919" y="191988"/>
                  <a:pt x="267891" y="197960"/>
                  <a:pt x="267891" y="205383"/>
                </a:cubicBezTo>
                <a:cubicBezTo>
                  <a:pt x="267891" y="212806"/>
                  <a:pt x="261919" y="218777"/>
                  <a:pt x="254496" y="218777"/>
                </a:cubicBezTo>
                <a:lnTo>
                  <a:pt x="236637" y="218777"/>
                </a:lnTo>
                <a:cubicBezTo>
                  <a:pt x="229214" y="218777"/>
                  <a:pt x="223242" y="212806"/>
                  <a:pt x="223242" y="205383"/>
                </a:cubicBezTo>
                <a:close/>
                <a:moveTo>
                  <a:pt x="125016" y="98227"/>
                </a:moveTo>
                <a:cubicBezTo>
                  <a:pt x="139801" y="98227"/>
                  <a:pt x="151805" y="110230"/>
                  <a:pt x="151805" y="125016"/>
                </a:cubicBezTo>
                <a:cubicBezTo>
                  <a:pt x="151805" y="139801"/>
                  <a:pt x="139801" y="151805"/>
                  <a:pt x="125016" y="151805"/>
                </a:cubicBezTo>
                <a:cubicBezTo>
                  <a:pt x="110230" y="151805"/>
                  <a:pt x="98227" y="139801"/>
                  <a:pt x="98227" y="125016"/>
                </a:cubicBezTo>
                <a:cubicBezTo>
                  <a:pt x="98227" y="110230"/>
                  <a:pt x="110230" y="98227"/>
                  <a:pt x="125016" y="98227"/>
                </a:cubicBezTo>
                <a:close/>
                <a:moveTo>
                  <a:pt x="205383" y="125016"/>
                </a:moveTo>
                <a:cubicBezTo>
                  <a:pt x="205383" y="110230"/>
                  <a:pt x="217387" y="98227"/>
                  <a:pt x="232172" y="98227"/>
                </a:cubicBezTo>
                <a:cubicBezTo>
                  <a:pt x="246957" y="98227"/>
                  <a:pt x="258961" y="110230"/>
                  <a:pt x="258961" y="125016"/>
                </a:cubicBezTo>
                <a:cubicBezTo>
                  <a:pt x="258961" y="139801"/>
                  <a:pt x="246957" y="151805"/>
                  <a:pt x="232172" y="151805"/>
                </a:cubicBezTo>
                <a:cubicBezTo>
                  <a:pt x="217387" y="151805"/>
                  <a:pt x="205383" y="139801"/>
                  <a:pt x="205383" y="125016"/>
                </a:cubicBezTo>
                <a:close/>
                <a:moveTo>
                  <a:pt x="35719" y="125016"/>
                </a:moveTo>
                <a:cubicBezTo>
                  <a:pt x="35719" y="115137"/>
                  <a:pt x="27738" y="107156"/>
                  <a:pt x="17859" y="107156"/>
                </a:cubicBezTo>
                <a:cubicBezTo>
                  <a:pt x="7981" y="107156"/>
                  <a:pt x="0" y="115137"/>
                  <a:pt x="0" y="125016"/>
                </a:cubicBezTo>
                <a:lnTo>
                  <a:pt x="0" y="178594"/>
                </a:lnTo>
                <a:cubicBezTo>
                  <a:pt x="0" y="188472"/>
                  <a:pt x="7981" y="196453"/>
                  <a:pt x="17859" y="196453"/>
                </a:cubicBezTo>
                <a:cubicBezTo>
                  <a:pt x="27738" y="196453"/>
                  <a:pt x="35719" y="188472"/>
                  <a:pt x="35719" y="178594"/>
                </a:cubicBezTo>
                <a:lnTo>
                  <a:pt x="35719" y="125016"/>
                </a:lnTo>
                <a:close/>
                <a:moveTo>
                  <a:pt x="339328" y="107156"/>
                </a:moveTo>
                <a:cubicBezTo>
                  <a:pt x="329450" y="107156"/>
                  <a:pt x="321469" y="115137"/>
                  <a:pt x="321469" y="125016"/>
                </a:cubicBezTo>
                <a:lnTo>
                  <a:pt x="321469" y="178594"/>
                </a:lnTo>
                <a:cubicBezTo>
                  <a:pt x="321469" y="188472"/>
                  <a:pt x="329450" y="196453"/>
                  <a:pt x="339328" y="196453"/>
                </a:cubicBezTo>
                <a:cubicBezTo>
                  <a:pt x="349207" y="196453"/>
                  <a:pt x="357188" y="188472"/>
                  <a:pt x="357188" y="178594"/>
                </a:cubicBezTo>
                <a:lnTo>
                  <a:pt x="357188" y="125016"/>
                </a:lnTo>
                <a:cubicBezTo>
                  <a:pt x="357188" y="115137"/>
                  <a:pt x="349207" y="107156"/>
                  <a:pt x="339328" y="107156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34150" y="2790825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Robotics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38913" y="305752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navigation systems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072563" y="2271713"/>
            <a:ext cx="2533650" cy="1133475"/>
          </a:xfrm>
          <a:prstGeom prst="roundRect">
            <a:avLst>
              <a:gd name="adj" fmla="val 6723"/>
            </a:avLst>
          </a:prstGeom>
          <a:solidFill>
            <a:srgbClr val="0A192F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198894" y="24288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5456" y="65522"/>
                </a:moveTo>
                <a:lnTo>
                  <a:pt x="60889" y="107156"/>
                </a:lnTo>
                <a:lnTo>
                  <a:pt x="224861" y="107156"/>
                </a:lnTo>
                <a:lnTo>
                  <a:pt x="210294" y="65522"/>
                </a:lnTo>
                <a:cubicBezTo>
                  <a:pt x="207783" y="58378"/>
                  <a:pt x="201030" y="53578"/>
                  <a:pt x="193439" y="53578"/>
                </a:cubicBezTo>
                <a:lnTo>
                  <a:pt x="92311" y="53578"/>
                </a:lnTo>
                <a:cubicBezTo>
                  <a:pt x="84720" y="53578"/>
                  <a:pt x="77967" y="58378"/>
                  <a:pt x="75456" y="65522"/>
                </a:cubicBezTo>
                <a:close/>
                <a:moveTo>
                  <a:pt x="22101" y="109835"/>
                </a:moveTo>
                <a:lnTo>
                  <a:pt x="41746" y="53746"/>
                </a:lnTo>
                <a:cubicBezTo>
                  <a:pt x="49281" y="32258"/>
                  <a:pt x="69540" y="17859"/>
                  <a:pt x="92311" y="17859"/>
                </a:cubicBezTo>
                <a:lnTo>
                  <a:pt x="193439" y="17859"/>
                </a:lnTo>
                <a:cubicBezTo>
                  <a:pt x="216210" y="17859"/>
                  <a:pt x="236469" y="32258"/>
                  <a:pt x="244004" y="53746"/>
                </a:cubicBezTo>
                <a:lnTo>
                  <a:pt x="263649" y="109835"/>
                </a:lnTo>
                <a:cubicBezTo>
                  <a:pt x="276597" y="115193"/>
                  <a:pt x="285750" y="127974"/>
                  <a:pt x="285750" y="142875"/>
                </a:cubicBezTo>
                <a:lnTo>
                  <a:pt x="285750" y="250031"/>
                </a:lnTo>
                <a:cubicBezTo>
                  <a:pt x="285750" y="259910"/>
                  <a:pt x="277769" y="267891"/>
                  <a:pt x="267891" y="267891"/>
                </a:cubicBezTo>
                <a:lnTo>
                  <a:pt x="250031" y="267891"/>
                </a:lnTo>
                <a:cubicBezTo>
                  <a:pt x="240153" y="267891"/>
                  <a:pt x="232172" y="259910"/>
                  <a:pt x="232172" y="250031"/>
                </a:cubicBezTo>
                <a:lnTo>
                  <a:pt x="232172" y="232172"/>
                </a:lnTo>
                <a:lnTo>
                  <a:pt x="53578" y="232172"/>
                </a:lnTo>
                <a:lnTo>
                  <a:pt x="53578" y="250031"/>
                </a:lnTo>
                <a:cubicBezTo>
                  <a:pt x="53578" y="259910"/>
                  <a:pt x="45597" y="267891"/>
                  <a:pt x="35719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142875"/>
                </a:lnTo>
                <a:cubicBezTo>
                  <a:pt x="0" y="127974"/>
                  <a:pt x="9153" y="115193"/>
                  <a:pt x="22101" y="109835"/>
                </a:cubicBezTo>
                <a:close/>
                <a:moveTo>
                  <a:pt x="71438" y="169664"/>
                </a:moveTo>
                <a:cubicBezTo>
                  <a:pt x="71438" y="159807"/>
                  <a:pt x="63435" y="151805"/>
                  <a:pt x="53578" y="151805"/>
                </a:cubicBezTo>
                <a:cubicBezTo>
                  <a:pt x="43721" y="151805"/>
                  <a:pt x="35719" y="159807"/>
                  <a:pt x="35719" y="169664"/>
                </a:cubicBezTo>
                <a:cubicBezTo>
                  <a:pt x="35719" y="179521"/>
                  <a:pt x="43721" y="187523"/>
                  <a:pt x="53578" y="187523"/>
                </a:cubicBezTo>
                <a:cubicBezTo>
                  <a:pt x="63435" y="187523"/>
                  <a:pt x="71438" y="179521"/>
                  <a:pt x="71438" y="169664"/>
                </a:cubicBezTo>
                <a:close/>
                <a:moveTo>
                  <a:pt x="232172" y="187523"/>
                </a:moveTo>
                <a:cubicBezTo>
                  <a:pt x="242029" y="187523"/>
                  <a:pt x="250031" y="179521"/>
                  <a:pt x="250031" y="169664"/>
                </a:cubicBezTo>
                <a:cubicBezTo>
                  <a:pt x="250031" y="159807"/>
                  <a:pt x="242029" y="151805"/>
                  <a:pt x="232172" y="151805"/>
                </a:cubicBezTo>
                <a:cubicBezTo>
                  <a:pt x="222315" y="151805"/>
                  <a:pt x="214313" y="159807"/>
                  <a:pt x="214313" y="169664"/>
                </a:cubicBezTo>
                <a:cubicBezTo>
                  <a:pt x="214313" y="179521"/>
                  <a:pt x="222315" y="187523"/>
                  <a:pt x="232172" y="187523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191625" y="2790825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Vehicles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96388" y="305752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Self-driving path planning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15088" y="3529013"/>
            <a:ext cx="2533650" cy="1133475"/>
          </a:xfrm>
          <a:prstGeom prst="roundRect">
            <a:avLst>
              <a:gd name="adj" fmla="val 6723"/>
            </a:avLst>
          </a:prstGeom>
          <a:solidFill>
            <a:srgbClr val="0A192F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505700" y="368617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321469" y="26789"/>
                </a:moveTo>
                <a:cubicBezTo>
                  <a:pt x="321469" y="20594"/>
                  <a:pt x="318288" y="14846"/>
                  <a:pt x="312986" y="11609"/>
                </a:cubicBezTo>
                <a:cubicBezTo>
                  <a:pt x="307684" y="8372"/>
                  <a:pt x="301154" y="8037"/>
                  <a:pt x="295628" y="10827"/>
                </a:cubicBezTo>
                <a:lnTo>
                  <a:pt x="230777" y="43253"/>
                </a:lnTo>
                <a:lnTo>
                  <a:pt x="130652" y="9823"/>
                </a:lnTo>
                <a:cubicBezTo>
                  <a:pt x="126132" y="8316"/>
                  <a:pt x="121276" y="8651"/>
                  <a:pt x="117035" y="10771"/>
                </a:cubicBezTo>
                <a:lnTo>
                  <a:pt x="45597" y="46490"/>
                </a:lnTo>
                <a:cubicBezTo>
                  <a:pt x="39514" y="49560"/>
                  <a:pt x="35719" y="55755"/>
                  <a:pt x="35719" y="62508"/>
                </a:cubicBezTo>
                <a:lnTo>
                  <a:pt x="35719" y="258961"/>
                </a:lnTo>
                <a:cubicBezTo>
                  <a:pt x="35719" y="265156"/>
                  <a:pt x="38900" y="270904"/>
                  <a:pt x="44202" y="274141"/>
                </a:cubicBezTo>
                <a:cubicBezTo>
                  <a:pt x="49504" y="277378"/>
                  <a:pt x="56034" y="277713"/>
                  <a:pt x="61559" y="274923"/>
                </a:cubicBezTo>
                <a:lnTo>
                  <a:pt x="126355" y="242497"/>
                </a:lnTo>
                <a:lnTo>
                  <a:pt x="223075" y="274755"/>
                </a:lnTo>
                <a:cubicBezTo>
                  <a:pt x="220675" y="271183"/>
                  <a:pt x="218331" y="267444"/>
                  <a:pt x="216043" y="263649"/>
                </a:cubicBezTo>
                <a:cubicBezTo>
                  <a:pt x="209903" y="253436"/>
                  <a:pt x="203820" y="241715"/>
                  <a:pt x="199299" y="229158"/>
                </a:cubicBezTo>
                <a:lnTo>
                  <a:pt x="142819" y="210350"/>
                </a:lnTo>
                <a:lnTo>
                  <a:pt x="142819" y="51569"/>
                </a:lnTo>
                <a:lnTo>
                  <a:pt x="214257" y="75400"/>
                </a:lnTo>
                <a:lnTo>
                  <a:pt x="214257" y="130820"/>
                </a:lnTo>
                <a:cubicBezTo>
                  <a:pt x="231558" y="110840"/>
                  <a:pt x="257231" y="98227"/>
                  <a:pt x="285694" y="98227"/>
                </a:cubicBezTo>
                <a:cubicBezTo>
                  <a:pt x="298307" y="98227"/>
                  <a:pt x="310362" y="100682"/>
                  <a:pt x="321413" y="105203"/>
                </a:cubicBezTo>
                <a:lnTo>
                  <a:pt x="321469" y="26789"/>
                </a:lnTo>
                <a:close/>
                <a:moveTo>
                  <a:pt x="285750" y="125016"/>
                </a:moveTo>
                <a:cubicBezTo>
                  <a:pt x="248748" y="125016"/>
                  <a:pt x="218777" y="154484"/>
                  <a:pt x="218777" y="190816"/>
                </a:cubicBezTo>
                <a:cubicBezTo>
                  <a:pt x="218777" y="229270"/>
                  <a:pt x="254552" y="274755"/>
                  <a:pt x="273807" y="296466"/>
                </a:cubicBezTo>
                <a:cubicBezTo>
                  <a:pt x="280281" y="303721"/>
                  <a:pt x="291275" y="303721"/>
                  <a:pt x="297749" y="296466"/>
                </a:cubicBezTo>
                <a:cubicBezTo>
                  <a:pt x="317004" y="274755"/>
                  <a:pt x="352778" y="229270"/>
                  <a:pt x="352778" y="190816"/>
                </a:cubicBezTo>
                <a:cubicBezTo>
                  <a:pt x="352778" y="154484"/>
                  <a:pt x="322808" y="125016"/>
                  <a:pt x="285806" y="125016"/>
                </a:cubicBezTo>
                <a:close/>
                <a:moveTo>
                  <a:pt x="263426" y="191988"/>
                </a:moveTo>
                <a:cubicBezTo>
                  <a:pt x="263426" y="179667"/>
                  <a:pt x="273429" y="169664"/>
                  <a:pt x="285750" y="169664"/>
                </a:cubicBezTo>
                <a:cubicBezTo>
                  <a:pt x="298071" y="169664"/>
                  <a:pt x="308074" y="179667"/>
                  <a:pt x="308074" y="191988"/>
                </a:cubicBezTo>
                <a:cubicBezTo>
                  <a:pt x="308074" y="204309"/>
                  <a:pt x="298071" y="214313"/>
                  <a:pt x="285750" y="214313"/>
                </a:cubicBezTo>
                <a:cubicBezTo>
                  <a:pt x="273429" y="214313"/>
                  <a:pt x="263426" y="204309"/>
                  <a:pt x="263426" y="191988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34150" y="4048125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Routing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38913" y="431482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route optimization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072563" y="3529013"/>
            <a:ext cx="2533650" cy="1133475"/>
          </a:xfrm>
          <a:prstGeom prst="roundRect">
            <a:avLst>
              <a:gd name="adj" fmla="val 6723"/>
            </a:avLst>
          </a:prstGeom>
          <a:solidFill>
            <a:srgbClr val="0A192F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0198894" y="36861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191625" y="4048125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Navigation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196388" y="431482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pathfinding agents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15088" y="4786313"/>
            <a:ext cx="5191125" cy="1133475"/>
          </a:xfrm>
          <a:prstGeom prst="roundRect">
            <a:avLst>
              <a:gd name="adj" fmla="val 6723"/>
            </a:avLst>
          </a:prstGeom>
          <a:solidFill>
            <a:srgbClr val="0A192F"/>
          </a:solidFill>
          <a:ln w="12700">
            <a:solidFill>
              <a:srgbClr val="64FFD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852297" y="49434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71438" y="35719"/>
                </a:moveTo>
                <a:cubicBezTo>
                  <a:pt x="71438" y="16018"/>
                  <a:pt x="87455" y="0"/>
                  <a:pt x="107156" y="0"/>
                </a:cubicBezTo>
                <a:lnTo>
                  <a:pt x="214313" y="0"/>
                </a:lnTo>
                <a:cubicBezTo>
                  <a:pt x="234014" y="0"/>
                  <a:pt x="250031" y="16018"/>
                  <a:pt x="250031" y="35719"/>
                </a:cubicBezTo>
                <a:lnTo>
                  <a:pt x="250031" y="71438"/>
                </a:lnTo>
                <a:lnTo>
                  <a:pt x="285750" y="71438"/>
                </a:lnTo>
                <a:cubicBezTo>
                  <a:pt x="305451" y="71438"/>
                  <a:pt x="321469" y="87455"/>
                  <a:pt x="321469" y="107156"/>
                </a:cubicBezTo>
                <a:lnTo>
                  <a:pt x="321469" y="250031"/>
                </a:lnTo>
                <a:cubicBezTo>
                  <a:pt x="321469" y="269732"/>
                  <a:pt x="305451" y="285750"/>
                  <a:pt x="285750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107156"/>
                </a:lnTo>
                <a:cubicBezTo>
                  <a:pt x="0" y="87455"/>
                  <a:pt x="16018" y="71438"/>
                  <a:pt x="35719" y="71438"/>
                </a:cubicBezTo>
                <a:lnTo>
                  <a:pt x="71438" y="71438"/>
                </a:lnTo>
                <a:lnTo>
                  <a:pt x="71438" y="35719"/>
                </a:lnTo>
                <a:close/>
                <a:moveTo>
                  <a:pt x="151805" y="196453"/>
                </a:moveTo>
                <a:cubicBezTo>
                  <a:pt x="141926" y="196453"/>
                  <a:pt x="133945" y="204434"/>
                  <a:pt x="133945" y="214313"/>
                </a:cubicBezTo>
                <a:lnTo>
                  <a:pt x="133945" y="258961"/>
                </a:lnTo>
                <a:lnTo>
                  <a:pt x="187523" y="258961"/>
                </a:lnTo>
                <a:lnTo>
                  <a:pt x="187523" y="214313"/>
                </a:lnTo>
                <a:cubicBezTo>
                  <a:pt x="187523" y="204434"/>
                  <a:pt x="179543" y="196453"/>
                  <a:pt x="169664" y="196453"/>
                </a:cubicBezTo>
                <a:lnTo>
                  <a:pt x="151805" y="196453"/>
                </a:lnTo>
                <a:close/>
                <a:moveTo>
                  <a:pt x="71438" y="205383"/>
                </a:moveTo>
                <a:lnTo>
                  <a:pt x="71438" y="187523"/>
                </a:lnTo>
                <a:cubicBezTo>
                  <a:pt x="71438" y="182612"/>
                  <a:pt x="67419" y="178594"/>
                  <a:pt x="62508" y="178594"/>
                </a:cubicBezTo>
                <a:lnTo>
                  <a:pt x="44648" y="178594"/>
                </a:lnTo>
                <a:cubicBezTo>
                  <a:pt x="39737" y="178594"/>
                  <a:pt x="35719" y="182612"/>
                  <a:pt x="35719" y="187523"/>
                </a:cubicBezTo>
                <a:lnTo>
                  <a:pt x="35719" y="205383"/>
                </a:lnTo>
                <a:cubicBezTo>
                  <a:pt x="35719" y="210294"/>
                  <a:pt x="39737" y="214313"/>
                  <a:pt x="44648" y="214313"/>
                </a:cubicBezTo>
                <a:lnTo>
                  <a:pt x="62508" y="214313"/>
                </a:lnTo>
                <a:cubicBezTo>
                  <a:pt x="67419" y="214313"/>
                  <a:pt x="71438" y="210294"/>
                  <a:pt x="71438" y="205383"/>
                </a:cubicBezTo>
                <a:close/>
                <a:moveTo>
                  <a:pt x="62508" y="142875"/>
                </a:moveTo>
                <a:cubicBezTo>
                  <a:pt x="67419" y="142875"/>
                  <a:pt x="71438" y="138857"/>
                  <a:pt x="71438" y="133945"/>
                </a:cubicBezTo>
                <a:lnTo>
                  <a:pt x="71438" y="116086"/>
                </a:lnTo>
                <a:cubicBezTo>
                  <a:pt x="71438" y="111175"/>
                  <a:pt x="67419" y="107156"/>
                  <a:pt x="62508" y="107156"/>
                </a:cubicBezTo>
                <a:lnTo>
                  <a:pt x="44648" y="107156"/>
                </a:lnTo>
                <a:cubicBezTo>
                  <a:pt x="39737" y="107156"/>
                  <a:pt x="35719" y="111175"/>
                  <a:pt x="35719" y="116086"/>
                </a:cubicBezTo>
                <a:lnTo>
                  <a:pt x="35719" y="133945"/>
                </a:lnTo>
                <a:cubicBezTo>
                  <a:pt x="35719" y="138857"/>
                  <a:pt x="39737" y="142875"/>
                  <a:pt x="44648" y="142875"/>
                </a:cubicBezTo>
                <a:lnTo>
                  <a:pt x="62508" y="142875"/>
                </a:lnTo>
                <a:close/>
                <a:moveTo>
                  <a:pt x="285750" y="205383"/>
                </a:moveTo>
                <a:lnTo>
                  <a:pt x="285750" y="187523"/>
                </a:lnTo>
                <a:cubicBezTo>
                  <a:pt x="285750" y="182612"/>
                  <a:pt x="281732" y="178594"/>
                  <a:pt x="276820" y="178594"/>
                </a:cubicBezTo>
                <a:lnTo>
                  <a:pt x="258961" y="178594"/>
                </a:lnTo>
                <a:cubicBezTo>
                  <a:pt x="254050" y="178594"/>
                  <a:pt x="250031" y="182612"/>
                  <a:pt x="250031" y="187523"/>
                </a:cubicBezTo>
                <a:lnTo>
                  <a:pt x="250031" y="205383"/>
                </a:lnTo>
                <a:cubicBezTo>
                  <a:pt x="250031" y="210294"/>
                  <a:pt x="254050" y="214313"/>
                  <a:pt x="258961" y="214313"/>
                </a:cubicBezTo>
                <a:lnTo>
                  <a:pt x="276820" y="214313"/>
                </a:lnTo>
                <a:cubicBezTo>
                  <a:pt x="281732" y="214313"/>
                  <a:pt x="285750" y="210294"/>
                  <a:pt x="285750" y="205383"/>
                </a:cubicBezTo>
                <a:close/>
                <a:moveTo>
                  <a:pt x="276820" y="142875"/>
                </a:moveTo>
                <a:cubicBezTo>
                  <a:pt x="281732" y="142875"/>
                  <a:pt x="285750" y="138857"/>
                  <a:pt x="285750" y="133945"/>
                </a:cubicBezTo>
                <a:lnTo>
                  <a:pt x="285750" y="116086"/>
                </a:lnTo>
                <a:cubicBezTo>
                  <a:pt x="285750" y="111175"/>
                  <a:pt x="281732" y="107156"/>
                  <a:pt x="276820" y="107156"/>
                </a:cubicBezTo>
                <a:lnTo>
                  <a:pt x="258961" y="107156"/>
                </a:lnTo>
                <a:cubicBezTo>
                  <a:pt x="254050" y="107156"/>
                  <a:pt x="250031" y="111175"/>
                  <a:pt x="250031" y="116086"/>
                </a:cubicBezTo>
                <a:lnTo>
                  <a:pt x="250031" y="133945"/>
                </a:lnTo>
                <a:cubicBezTo>
                  <a:pt x="250031" y="138857"/>
                  <a:pt x="254050" y="142875"/>
                  <a:pt x="258961" y="142875"/>
                </a:cubicBezTo>
                <a:lnTo>
                  <a:pt x="276820" y="142875"/>
                </a:lnTo>
                <a:close/>
                <a:moveTo>
                  <a:pt x="147340" y="58043"/>
                </a:moveTo>
                <a:lnTo>
                  <a:pt x="147340" y="75902"/>
                </a:lnTo>
                <a:lnTo>
                  <a:pt x="129480" y="75902"/>
                </a:lnTo>
                <a:cubicBezTo>
                  <a:pt x="124569" y="75902"/>
                  <a:pt x="120551" y="79921"/>
                  <a:pt x="120551" y="84832"/>
                </a:cubicBezTo>
                <a:lnTo>
                  <a:pt x="120551" y="93762"/>
                </a:lnTo>
                <a:cubicBezTo>
                  <a:pt x="120551" y="98673"/>
                  <a:pt x="124569" y="102691"/>
                  <a:pt x="129480" y="102691"/>
                </a:cubicBezTo>
                <a:lnTo>
                  <a:pt x="147340" y="102691"/>
                </a:lnTo>
                <a:lnTo>
                  <a:pt x="147340" y="120551"/>
                </a:lnTo>
                <a:cubicBezTo>
                  <a:pt x="147340" y="125462"/>
                  <a:pt x="151358" y="129480"/>
                  <a:pt x="156270" y="129480"/>
                </a:cubicBezTo>
                <a:lnTo>
                  <a:pt x="165199" y="129480"/>
                </a:lnTo>
                <a:cubicBezTo>
                  <a:pt x="170111" y="129480"/>
                  <a:pt x="174129" y="125462"/>
                  <a:pt x="174129" y="120551"/>
                </a:cubicBezTo>
                <a:lnTo>
                  <a:pt x="174129" y="102691"/>
                </a:lnTo>
                <a:lnTo>
                  <a:pt x="191988" y="102691"/>
                </a:lnTo>
                <a:cubicBezTo>
                  <a:pt x="196900" y="102691"/>
                  <a:pt x="200918" y="98673"/>
                  <a:pt x="200918" y="93762"/>
                </a:cubicBezTo>
                <a:lnTo>
                  <a:pt x="200918" y="84832"/>
                </a:lnTo>
                <a:cubicBezTo>
                  <a:pt x="200918" y="79921"/>
                  <a:pt x="196900" y="75902"/>
                  <a:pt x="191988" y="75902"/>
                </a:cubicBezTo>
                <a:lnTo>
                  <a:pt x="174129" y="75902"/>
                </a:lnTo>
                <a:lnTo>
                  <a:pt x="174129" y="58043"/>
                </a:lnTo>
                <a:cubicBezTo>
                  <a:pt x="174129" y="53132"/>
                  <a:pt x="170111" y="49113"/>
                  <a:pt x="165199" y="49113"/>
                </a:cubicBezTo>
                <a:lnTo>
                  <a:pt x="156270" y="49113"/>
                </a:lnTo>
                <a:cubicBezTo>
                  <a:pt x="151358" y="49113"/>
                  <a:pt x="147340" y="53132"/>
                  <a:pt x="147340" y="58043"/>
                </a:cubicBez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34150" y="5305425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6F1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Emergency Evacuation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38913" y="5572125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evacuation route planning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855" y="-66675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12240"/>
              </a:gs>
              <a:gs pos="70000">
                <a:srgbClr val="0A192F"/>
              </a:gs>
              <a:gs pos="100000">
                <a:srgbClr val="0A192F"/>
              </a:gs>
            </a:gsLst>
            <a:path path="circle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24475" y="2312194"/>
            <a:ext cx="771525" cy="685800"/>
          </a:xfrm>
          <a:custGeom>
            <a:avLst/>
            <a:gdLst/>
            <a:ahLst/>
            <a:cxnLst/>
            <a:rect l="l" t="t" r="r" b="b"/>
            <a:pathLst>
              <a:path w="771525" h="685800">
                <a:moveTo>
                  <a:pt x="38100" y="0"/>
                </a:moveTo>
                <a:lnTo>
                  <a:pt x="733425" y="0"/>
                </a:lnTo>
                <a:cubicBezTo>
                  <a:pt x="754474" y="0"/>
                  <a:pt x="771525" y="17051"/>
                  <a:pt x="771525" y="38100"/>
                </a:cubicBezTo>
                <a:lnTo>
                  <a:pt x="771525" y="476250"/>
                </a:lnTo>
                <a:cubicBezTo>
                  <a:pt x="771525" y="497299"/>
                  <a:pt x="754474" y="514350"/>
                  <a:pt x="733425" y="514350"/>
                </a:cubicBezTo>
                <a:lnTo>
                  <a:pt x="38100" y="514350"/>
                </a:lnTo>
                <a:cubicBezTo>
                  <a:pt x="17051" y="514350"/>
                  <a:pt x="0" y="497299"/>
                  <a:pt x="0" y="476250"/>
                </a:cubicBezTo>
                <a:lnTo>
                  <a:pt x="0" y="38100"/>
                </a:lnTo>
                <a:cubicBezTo>
                  <a:pt x="0" y="17051"/>
                  <a:pt x="17051" y="0"/>
                  <a:pt x="38100" y="0"/>
                </a:cubicBezTo>
                <a:close/>
                <a:moveTo>
                  <a:pt x="314325" y="171450"/>
                </a:moveTo>
                <a:lnTo>
                  <a:pt x="314325" y="342900"/>
                </a:lnTo>
                <a:lnTo>
                  <a:pt x="485775" y="257175"/>
                </a:lnTo>
                <a:close/>
                <a:moveTo>
                  <a:pt x="342900" y="514350"/>
                </a:moveTo>
                <a:lnTo>
                  <a:pt x="428625" y="514350"/>
                </a:lnTo>
                <a:lnTo>
                  <a:pt x="428625" y="600075"/>
                </a:lnTo>
                <a:lnTo>
                  <a:pt x="342900" y="600075"/>
                </a:lnTo>
                <a:close/>
                <a:moveTo>
                  <a:pt x="228600" y="600075"/>
                </a:moveTo>
                <a:lnTo>
                  <a:pt x="542925" y="600075"/>
                </a:lnTo>
                <a:lnTo>
                  <a:pt x="542925" y="647700"/>
                </a:lnTo>
                <a:lnTo>
                  <a:pt x="228600" y="647700"/>
                </a:lnTo>
                <a:close/>
              </a:path>
            </a:pathLst>
          </a:cu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58068" y="3243263"/>
            <a:ext cx="410124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6F1FF"/>
                </a:solidFill>
                <a:latin typeface="Liter" pitchFamily="34" charset="0"/>
              </a:rPr>
              <a:t>Demonstrations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00637" y="3950494"/>
            <a:ext cx="1219200" cy="38100"/>
          </a:xfrm>
          <a:prstGeom prst="roundRect">
            <a:avLst>
              <a:gd name="adj" fmla="val 0"/>
            </a:avLst>
          </a:prstGeom>
          <a:solidFill>
            <a:srgbClr val="64FFD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71CB7F-03DC-A37D-5E61-136000471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7CE6C7-2B7A-E142-6977-A536B792B66D}"/>
              </a:ext>
            </a:extLst>
          </p:cNvPr>
          <p:cNvSpPr/>
          <p:nvPr/>
        </p:nvSpPr>
        <p:spPr>
          <a:xfrm>
            <a:off x="-109855" y="-66675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12240"/>
              </a:gs>
              <a:gs pos="70000">
                <a:srgbClr val="0A192F"/>
              </a:gs>
              <a:gs pos="100000">
                <a:srgbClr val="0A192F"/>
              </a:gs>
            </a:gsLst>
            <a:path path="circle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A434003-6581-A985-8A3D-596C80BFB378}"/>
              </a:ext>
            </a:extLst>
          </p:cNvPr>
          <p:cNvSpPr/>
          <p:nvPr/>
        </p:nvSpPr>
        <p:spPr>
          <a:xfrm>
            <a:off x="4550410" y="3057525"/>
            <a:ext cx="3095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E8D40F5-DED5-6974-F438-34962871D643}"/>
              </a:ext>
            </a:extLst>
          </p:cNvPr>
          <p:cNvSpPr/>
          <p:nvPr/>
        </p:nvSpPr>
        <p:spPr>
          <a:xfrm>
            <a:off x="3921919" y="5438775"/>
            <a:ext cx="4352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892B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University of Johannesburg • Computer Science 3A • 2026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4048636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596</Words>
  <Application>Microsoft Office PowerPoint</Application>
  <PresentationFormat>Widescreen</PresentationFormat>
  <Paragraphs>176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Liter</vt:lpstr>
      <vt:lpstr>Quattrocento 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Graph-Based Maze Solver and Pattern Similarity Analyzer</dc:title>
  <dc:subject>Graph-Based Maze Solver and Pattern Similarity Analyzer</dc:subject>
  <dc:creator>Kimi</dc:creator>
  <cp:lastModifiedBy>MMIPE BRANDEN DIKGALE</cp:lastModifiedBy>
  <cp:revision>4</cp:revision>
  <dcterms:created xsi:type="dcterms:W3CDTF">2026-05-07T04:40:59Z</dcterms:created>
  <dcterms:modified xsi:type="dcterms:W3CDTF">2026-05-07T15:27:38Z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{"Label":"Graph-Based Maze Solver and Pattern Similarity Analyzer","ContentProducer":"001191110108MACG2KBH8F10000","ProduceID":"19e00b46-e1a2-893d-8000-000091c7d120","ReservedCode1":"","ContentPropagator":"001191110108MACG2KBH8F20000","PropagateID":"19e00b46-e1a2-893d-8000-000091c7d120","ReservedCode2":""}</vt:lpwstr>
  </property>
</Properties>
</file>